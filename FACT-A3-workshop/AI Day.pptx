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0" r:id="rId2"/>
    <p:sldId id="261" r:id="rId3"/>
    <p:sldId id="262" r:id="rId4"/>
    <p:sldId id="259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8BC6"/>
    <a:srgbClr val="7F8EA6"/>
    <a:srgbClr val="617491"/>
    <a:srgbClr val="8E9BB0"/>
    <a:srgbClr val="DDE6F3"/>
    <a:srgbClr val="CAD8EC"/>
    <a:srgbClr val="96B2D9"/>
    <a:srgbClr val="1B5190"/>
    <a:srgbClr val="7C9ED0"/>
    <a:srgbClr val="B0C5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571F85-7AE8-46F5-88CD-088E7D24A003}" v="4" dt="2026-03-09T13:25:01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545" autoAdjust="0"/>
  </p:normalViewPr>
  <p:slideViewPr>
    <p:cSldViewPr snapToGrid="0">
      <p:cViewPr varScale="1">
        <p:scale>
          <a:sx n="100" d="100"/>
          <a:sy n="100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shall, Ahmed" userId="d8fa4c7b-1b1d-4a60-8af4-3c19b6d9ea5d" providerId="ADAL" clId="{B7C235DD-3508-44CE-BF17-E028CDC8A755}"/>
    <pc:docChg chg="undo redo custSel addSld delSld modSld sldOrd delMainMaster">
      <pc:chgData name="Elshall, Ahmed" userId="d8fa4c7b-1b1d-4a60-8af4-3c19b6d9ea5d" providerId="ADAL" clId="{B7C235DD-3508-44CE-BF17-E028CDC8A755}" dt="2026-03-09T13:25:49.341" v="4310" actId="20577"/>
      <pc:docMkLst>
        <pc:docMk/>
      </pc:docMkLst>
      <pc:sldChg chg="addSp delSp modSp mod ord modNotesTx">
        <pc:chgData name="Elshall, Ahmed" userId="d8fa4c7b-1b1d-4a60-8af4-3c19b6d9ea5d" providerId="ADAL" clId="{B7C235DD-3508-44CE-BF17-E028CDC8A755}" dt="2026-03-09T13:25:49.341" v="4310" actId="20577"/>
        <pc:sldMkLst>
          <pc:docMk/>
          <pc:sldMk cId="1411744473" sldId="257"/>
        </pc:sldMkLst>
        <pc:spChg chg="add mod">
          <ac:chgData name="Elshall, Ahmed" userId="d8fa4c7b-1b1d-4a60-8af4-3c19b6d9ea5d" providerId="ADAL" clId="{B7C235DD-3508-44CE-BF17-E028CDC8A755}" dt="2026-03-09T13:25:49.341" v="4310" actId="20577"/>
          <ac:spMkLst>
            <pc:docMk/>
            <pc:sldMk cId="1411744473" sldId="257"/>
            <ac:spMk id="4" creationId="{9A62E42C-C891-5CF8-2B56-311717C36009}"/>
          </ac:spMkLst>
        </pc:spChg>
        <pc:spChg chg="add mod">
          <ac:chgData name="Elshall, Ahmed" userId="d8fa4c7b-1b1d-4a60-8af4-3c19b6d9ea5d" providerId="ADAL" clId="{B7C235DD-3508-44CE-BF17-E028CDC8A755}" dt="2026-03-09T13:25:43.517" v="4305" actId="1036"/>
          <ac:spMkLst>
            <pc:docMk/>
            <pc:sldMk cId="1411744473" sldId="257"/>
            <ac:spMk id="6" creationId="{25B23343-F472-AE8C-970A-9CC939732772}"/>
          </ac:spMkLst>
        </pc:spChg>
        <pc:spChg chg="del">
          <ac:chgData name="Elshall, Ahmed" userId="d8fa4c7b-1b1d-4a60-8af4-3c19b6d9ea5d" providerId="ADAL" clId="{B7C235DD-3508-44CE-BF17-E028CDC8A755}" dt="2026-03-09T13:11:07.703" v="3945" actId="21"/>
          <ac:spMkLst>
            <pc:docMk/>
            <pc:sldMk cId="1411744473" sldId="257"/>
            <ac:spMk id="9" creationId="{E57ABAAE-078B-489A-ABD0-5196E433C8EA}"/>
          </ac:spMkLst>
        </pc:spChg>
        <pc:spChg chg="del">
          <ac:chgData name="Elshall, Ahmed" userId="d8fa4c7b-1b1d-4a60-8af4-3c19b6d9ea5d" providerId="ADAL" clId="{B7C235DD-3508-44CE-BF17-E028CDC8A755}" dt="2026-03-09T13:11:07.703" v="3945" actId="21"/>
          <ac:spMkLst>
            <pc:docMk/>
            <pc:sldMk cId="1411744473" sldId="257"/>
            <ac:spMk id="11" creationId="{0A761AEC-12FA-7E35-A16A-8140DC703F39}"/>
          </ac:spMkLst>
        </pc:spChg>
        <pc:spChg chg="del">
          <ac:chgData name="Elshall, Ahmed" userId="d8fa4c7b-1b1d-4a60-8af4-3c19b6d9ea5d" providerId="ADAL" clId="{B7C235DD-3508-44CE-BF17-E028CDC8A755}" dt="2026-03-09T13:11:07.703" v="3945" actId="21"/>
          <ac:spMkLst>
            <pc:docMk/>
            <pc:sldMk cId="1411744473" sldId="257"/>
            <ac:spMk id="13" creationId="{BD3BCD7E-3050-2867-5279-7CCDFC8AD8D4}"/>
          </ac:spMkLst>
        </pc:spChg>
        <pc:spChg chg="del">
          <ac:chgData name="Elshall, Ahmed" userId="d8fa4c7b-1b1d-4a60-8af4-3c19b6d9ea5d" providerId="ADAL" clId="{B7C235DD-3508-44CE-BF17-E028CDC8A755}" dt="2026-03-09T13:11:07.703" v="3945" actId="21"/>
          <ac:spMkLst>
            <pc:docMk/>
            <pc:sldMk cId="1411744473" sldId="257"/>
            <ac:spMk id="15" creationId="{9EA317DC-FB5F-6E5A-6E12-37DB5F6AD2AC}"/>
          </ac:spMkLst>
        </pc:spChg>
        <pc:spChg chg="del">
          <ac:chgData name="Elshall, Ahmed" userId="d8fa4c7b-1b1d-4a60-8af4-3c19b6d9ea5d" providerId="ADAL" clId="{B7C235DD-3508-44CE-BF17-E028CDC8A755}" dt="2026-03-09T13:11:07.703" v="3945" actId="21"/>
          <ac:spMkLst>
            <pc:docMk/>
            <pc:sldMk cId="1411744473" sldId="257"/>
            <ac:spMk id="36" creationId="{34DFAABF-C0F2-026A-FC7C-3E07179808D0}"/>
          </ac:spMkLst>
        </pc:spChg>
        <pc:spChg chg="del">
          <ac:chgData name="Elshall, Ahmed" userId="d8fa4c7b-1b1d-4a60-8af4-3c19b6d9ea5d" providerId="ADAL" clId="{B7C235DD-3508-44CE-BF17-E028CDC8A755}" dt="2026-03-09T13:11:07.703" v="3945" actId="21"/>
          <ac:spMkLst>
            <pc:docMk/>
            <pc:sldMk cId="1411744473" sldId="257"/>
            <ac:spMk id="38" creationId="{8F86BD6C-A74A-C89F-4192-DFC673DD70C4}"/>
          </ac:spMkLst>
        </pc:spChg>
        <pc:spChg chg="del">
          <ac:chgData name="Elshall, Ahmed" userId="d8fa4c7b-1b1d-4a60-8af4-3c19b6d9ea5d" providerId="ADAL" clId="{B7C235DD-3508-44CE-BF17-E028CDC8A755}" dt="2026-03-09T13:11:07.703" v="3945" actId="21"/>
          <ac:spMkLst>
            <pc:docMk/>
            <pc:sldMk cId="1411744473" sldId="257"/>
            <ac:spMk id="53" creationId="{D69D1981-BACB-832E-2226-FD8D8AF1A14F}"/>
          </ac:spMkLst>
        </pc:spChg>
        <pc:spChg chg="del">
          <ac:chgData name="Elshall, Ahmed" userId="d8fa4c7b-1b1d-4a60-8af4-3c19b6d9ea5d" providerId="ADAL" clId="{B7C235DD-3508-44CE-BF17-E028CDC8A755}" dt="2026-03-09T13:11:07.703" v="3945" actId="21"/>
          <ac:spMkLst>
            <pc:docMk/>
            <pc:sldMk cId="1411744473" sldId="257"/>
            <ac:spMk id="54" creationId="{073C087F-6CBA-45BF-E109-4D32492CD462}"/>
          </ac:spMkLst>
        </pc:spChg>
        <pc:spChg chg="del">
          <ac:chgData name="Elshall, Ahmed" userId="d8fa4c7b-1b1d-4a60-8af4-3c19b6d9ea5d" providerId="ADAL" clId="{B7C235DD-3508-44CE-BF17-E028CDC8A755}" dt="2026-03-09T13:11:07.703" v="3945" actId="21"/>
          <ac:spMkLst>
            <pc:docMk/>
            <pc:sldMk cId="1411744473" sldId="257"/>
            <ac:spMk id="59" creationId="{5851AB75-518B-B76F-1853-0E0612000A3C}"/>
          </ac:spMkLst>
        </pc:spChg>
        <pc:spChg chg="del">
          <ac:chgData name="Elshall, Ahmed" userId="d8fa4c7b-1b1d-4a60-8af4-3c19b6d9ea5d" providerId="ADAL" clId="{B7C235DD-3508-44CE-BF17-E028CDC8A755}" dt="2026-03-09T13:11:07.703" v="3945" actId="21"/>
          <ac:spMkLst>
            <pc:docMk/>
            <pc:sldMk cId="1411744473" sldId="257"/>
            <ac:spMk id="73" creationId="{75DB3145-FF93-0A0A-E6B8-390B35576903}"/>
          </ac:spMkLst>
        </pc:spChg>
        <pc:picChg chg="add mod">
          <ac:chgData name="Elshall, Ahmed" userId="d8fa4c7b-1b1d-4a60-8af4-3c19b6d9ea5d" providerId="ADAL" clId="{B7C235DD-3508-44CE-BF17-E028CDC8A755}" dt="2026-03-09T13:25:42.018" v="4304" actId="1036"/>
          <ac:picMkLst>
            <pc:docMk/>
            <pc:sldMk cId="1411744473" sldId="257"/>
            <ac:picMk id="2" creationId="{FC879D7B-9529-7BAE-6CFC-0AAE780CC1E9}"/>
          </ac:picMkLst>
        </pc:picChg>
        <pc:picChg chg="add mod">
          <ac:chgData name="Elshall, Ahmed" userId="d8fa4c7b-1b1d-4a60-8af4-3c19b6d9ea5d" providerId="ADAL" clId="{B7C235DD-3508-44CE-BF17-E028CDC8A755}" dt="2026-03-09T13:23:54.048" v="4179" actId="1076"/>
          <ac:picMkLst>
            <pc:docMk/>
            <pc:sldMk cId="1411744473" sldId="257"/>
            <ac:picMk id="5" creationId="{28106DE6-BC5F-F347-6FD8-7737ACD67550}"/>
          </ac:picMkLst>
        </pc:picChg>
      </pc:sldChg>
      <pc:sldChg chg="addSp delSp modSp mod">
        <pc:chgData name="Elshall, Ahmed" userId="d8fa4c7b-1b1d-4a60-8af4-3c19b6d9ea5d" providerId="ADAL" clId="{B7C235DD-3508-44CE-BF17-E028CDC8A755}" dt="2026-03-09T13:20:11.047" v="4132" actId="21"/>
        <pc:sldMkLst>
          <pc:docMk/>
          <pc:sldMk cId="1994207314" sldId="259"/>
        </pc:sldMkLst>
        <pc:spChg chg="mod">
          <ac:chgData name="Elshall, Ahmed" userId="d8fa4c7b-1b1d-4a60-8af4-3c19b6d9ea5d" providerId="ADAL" clId="{B7C235DD-3508-44CE-BF17-E028CDC8A755}" dt="2026-03-09T13:20:03.114" v="4113" actId="1076"/>
          <ac:spMkLst>
            <pc:docMk/>
            <pc:sldMk cId="1994207314" sldId="259"/>
            <ac:spMk id="60" creationId="{164CBD0C-B241-7AC7-5AE7-F000AB467082}"/>
          </ac:spMkLst>
        </pc:spChg>
        <pc:grpChg chg="mod">
          <ac:chgData name="Elshall, Ahmed" userId="d8fa4c7b-1b1d-4a60-8af4-3c19b6d9ea5d" providerId="ADAL" clId="{B7C235DD-3508-44CE-BF17-E028CDC8A755}" dt="2026-03-09T13:20:08.407" v="4131" actId="1036"/>
          <ac:grpSpMkLst>
            <pc:docMk/>
            <pc:sldMk cId="1994207314" sldId="259"/>
            <ac:grpSpMk id="9" creationId="{903B164A-9EC2-71B8-218D-BD62F285E8A5}"/>
          </ac:grpSpMkLst>
        </pc:grpChg>
        <pc:grpChg chg="mod">
          <ac:chgData name="Elshall, Ahmed" userId="d8fa4c7b-1b1d-4a60-8af4-3c19b6d9ea5d" providerId="ADAL" clId="{B7C235DD-3508-44CE-BF17-E028CDC8A755}" dt="2026-03-09T13:20:08.407" v="4131" actId="1036"/>
          <ac:grpSpMkLst>
            <pc:docMk/>
            <pc:sldMk cId="1994207314" sldId="259"/>
            <ac:grpSpMk id="10" creationId="{1F5ADDBA-8B5F-D95B-3731-032D6121D4C4}"/>
          </ac:grpSpMkLst>
        </pc:grpChg>
        <pc:grpChg chg="mod">
          <ac:chgData name="Elshall, Ahmed" userId="d8fa4c7b-1b1d-4a60-8af4-3c19b6d9ea5d" providerId="ADAL" clId="{B7C235DD-3508-44CE-BF17-E028CDC8A755}" dt="2026-03-09T13:20:08.407" v="4131" actId="1036"/>
          <ac:grpSpMkLst>
            <pc:docMk/>
            <pc:sldMk cId="1994207314" sldId="259"/>
            <ac:grpSpMk id="38" creationId="{A3140F2F-BBF9-CD14-C08F-854DB2C4E4AE}"/>
          </ac:grpSpMkLst>
        </pc:grpChg>
        <pc:grpChg chg="mod">
          <ac:chgData name="Elshall, Ahmed" userId="d8fa4c7b-1b1d-4a60-8af4-3c19b6d9ea5d" providerId="ADAL" clId="{B7C235DD-3508-44CE-BF17-E028CDC8A755}" dt="2026-03-09T13:20:08.407" v="4131" actId="1036"/>
          <ac:grpSpMkLst>
            <pc:docMk/>
            <pc:sldMk cId="1994207314" sldId="259"/>
            <ac:grpSpMk id="39" creationId="{E1CA9EFE-0229-0E55-93B1-62D7652DF42F}"/>
          </ac:grpSpMkLst>
        </pc:grpChg>
        <pc:grpChg chg="mod">
          <ac:chgData name="Elshall, Ahmed" userId="d8fa4c7b-1b1d-4a60-8af4-3c19b6d9ea5d" providerId="ADAL" clId="{B7C235DD-3508-44CE-BF17-E028CDC8A755}" dt="2026-03-09T13:20:08.407" v="4131" actId="1036"/>
          <ac:grpSpMkLst>
            <pc:docMk/>
            <pc:sldMk cId="1994207314" sldId="259"/>
            <ac:grpSpMk id="40" creationId="{C16DE4B1-D66B-3293-FADA-A643B2026CA9}"/>
          </ac:grpSpMkLst>
        </pc:grpChg>
        <pc:grpChg chg="mod">
          <ac:chgData name="Elshall, Ahmed" userId="d8fa4c7b-1b1d-4a60-8af4-3c19b6d9ea5d" providerId="ADAL" clId="{B7C235DD-3508-44CE-BF17-E028CDC8A755}" dt="2026-03-09T13:20:08.407" v="4131" actId="1036"/>
          <ac:grpSpMkLst>
            <pc:docMk/>
            <pc:sldMk cId="1994207314" sldId="259"/>
            <ac:grpSpMk id="57" creationId="{F1AA17B8-A607-30B5-24A6-A1C87F3877CD}"/>
          </ac:grpSpMkLst>
        </pc:grpChg>
        <pc:grpChg chg="mod">
          <ac:chgData name="Elshall, Ahmed" userId="d8fa4c7b-1b1d-4a60-8af4-3c19b6d9ea5d" providerId="ADAL" clId="{B7C235DD-3508-44CE-BF17-E028CDC8A755}" dt="2026-03-09T13:20:08.407" v="4131" actId="1036"/>
          <ac:grpSpMkLst>
            <pc:docMk/>
            <pc:sldMk cId="1994207314" sldId="259"/>
            <ac:grpSpMk id="58" creationId="{2BD82ED4-0754-C3B0-7EF4-22E97A9B67C0}"/>
          </ac:grpSpMkLst>
        </pc:grpChg>
        <pc:grpChg chg="mod">
          <ac:chgData name="Elshall, Ahmed" userId="d8fa4c7b-1b1d-4a60-8af4-3c19b6d9ea5d" providerId="ADAL" clId="{B7C235DD-3508-44CE-BF17-E028CDC8A755}" dt="2026-03-09T13:20:08.407" v="4131" actId="1036"/>
          <ac:grpSpMkLst>
            <pc:docMk/>
            <pc:sldMk cId="1994207314" sldId="259"/>
            <ac:grpSpMk id="59" creationId="{BC5E0451-400A-1AA1-30E0-62683F6D5D55}"/>
          </ac:grpSpMkLst>
        </pc:grpChg>
        <pc:picChg chg="add del mod">
          <ac:chgData name="Elshall, Ahmed" userId="d8fa4c7b-1b1d-4a60-8af4-3c19b6d9ea5d" providerId="ADAL" clId="{B7C235DD-3508-44CE-BF17-E028CDC8A755}" dt="2026-03-09T13:20:11.047" v="4132" actId="21"/>
          <ac:picMkLst>
            <pc:docMk/>
            <pc:sldMk cId="1994207314" sldId="259"/>
            <ac:picMk id="4" creationId="{6E749632-2362-D983-E44F-6346B30A458F}"/>
          </ac:picMkLst>
        </pc:picChg>
        <pc:picChg chg="del mod">
          <ac:chgData name="Elshall, Ahmed" userId="d8fa4c7b-1b1d-4a60-8af4-3c19b6d9ea5d" providerId="ADAL" clId="{B7C235DD-3508-44CE-BF17-E028CDC8A755}" dt="2026-03-09T13:18:25.983" v="4073" actId="478"/>
          <ac:picMkLst>
            <pc:docMk/>
            <pc:sldMk cId="1994207314" sldId="259"/>
            <ac:picMk id="55" creationId="{B1A7EB70-8E26-D45E-012E-12E28627080C}"/>
          </ac:picMkLst>
        </pc:picChg>
      </pc:sldChg>
      <pc:sldChg chg="add del ord">
        <pc:chgData name="Elshall, Ahmed" userId="d8fa4c7b-1b1d-4a60-8af4-3c19b6d9ea5d" providerId="ADAL" clId="{B7C235DD-3508-44CE-BF17-E028CDC8A755}" dt="2026-03-09T13:25:18.936" v="4303" actId="47"/>
        <pc:sldMkLst>
          <pc:docMk/>
          <pc:sldMk cId="2666264108" sldId="387"/>
        </pc:sldMkLst>
      </pc:sldChg>
      <pc:sldMasterChg chg="del delSldLayout">
        <pc:chgData name="Elshall, Ahmed" userId="d8fa4c7b-1b1d-4a60-8af4-3c19b6d9ea5d" providerId="ADAL" clId="{B7C235DD-3508-44CE-BF17-E028CDC8A755}" dt="2026-03-09T13:25:18.936" v="4303" actId="47"/>
        <pc:sldMasterMkLst>
          <pc:docMk/>
          <pc:sldMasterMk cId="935775863" sldId="2147483660"/>
        </pc:sldMasterMkLst>
        <pc:sldLayoutChg chg="del">
          <pc:chgData name="Elshall, Ahmed" userId="d8fa4c7b-1b1d-4a60-8af4-3c19b6d9ea5d" providerId="ADAL" clId="{B7C235DD-3508-44CE-BF17-E028CDC8A755}" dt="2026-03-09T13:25:18.936" v="4303" actId="47"/>
          <pc:sldLayoutMkLst>
            <pc:docMk/>
            <pc:sldMasterMk cId="935775863" sldId="2147483660"/>
            <pc:sldLayoutMk cId="4149084070" sldId="2147483661"/>
          </pc:sldLayoutMkLst>
        </pc:sldLayoutChg>
        <pc:sldLayoutChg chg="del">
          <pc:chgData name="Elshall, Ahmed" userId="d8fa4c7b-1b1d-4a60-8af4-3c19b6d9ea5d" providerId="ADAL" clId="{B7C235DD-3508-44CE-BF17-E028CDC8A755}" dt="2026-03-09T13:25:18.936" v="4303" actId="47"/>
          <pc:sldLayoutMkLst>
            <pc:docMk/>
            <pc:sldMasterMk cId="935775863" sldId="2147483660"/>
            <pc:sldLayoutMk cId="3748711362" sldId="2147483662"/>
          </pc:sldLayoutMkLst>
        </pc:sldLayoutChg>
        <pc:sldLayoutChg chg="del">
          <pc:chgData name="Elshall, Ahmed" userId="d8fa4c7b-1b1d-4a60-8af4-3c19b6d9ea5d" providerId="ADAL" clId="{B7C235DD-3508-44CE-BF17-E028CDC8A755}" dt="2026-03-09T13:25:18.936" v="4303" actId="47"/>
          <pc:sldLayoutMkLst>
            <pc:docMk/>
            <pc:sldMasterMk cId="935775863" sldId="2147483660"/>
            <pc:sldLayoutMk cId="1735337589" sldId="2147483663"/>
          </pc:sldLayoutMkLst>
        </pc:sldLayoutChg>
        <pc:sldLayoutChg chg="del">
          <pc:chgData name="Elshall, Ahmed" userId="d8fa4c7b-1b1d-4a60-8af4-3c19b6d9ea5d" providerId="ADAL" clId="{B7C235DD-3508-44CE-BF17-E028CDC8A755}" dt="2026-03-09T13:25:18.936" v="4303" actId="47"/>
          <pc:sldLayoutMkLst>
            <pc:docMk/>
            <pc:sldMasterMk cId="935775863" sldId="2147483660"/>
            <pc:sldLayoutMk cId="3457328979" sldId="2147483664"/>
          </pc:sldLayoutMkLst>
        </pc:sldLayoutChg>
        <pc:sldLayoutChg chg="del">
          <pc:chgData name="Elshall, Ahmed" userId="d8fa4c7b-1b1d-4a60-8af4-3c19b6d9ea5d" providerId="ADAL" clId="{B7C235DD-3508-44CE-BF17-E028CDC8A755}" dt="2026-03-09T13:25:18.936" v="4303" actId="47"/>
          <pc:sldLayoutMkLst>
            <pc:docMk/>
            <pc:sldMasterMk cId="935775863" sldId="2147483660"/>
            <pc:sldLayoutMk cId="2523372666" sldId="2147483665"/>
          </pc:sldLayoutMkLst>
        </pc:sldLayoutChg>
        <pc:sldLayoutChg chg="del">
          <pc:chgData name="Elshall, Ahmed" userId="d8fa4c7b-1b1d-4a60-8af4-3c19b6d9ea5d" providerId="ADAL" clId="{B7C235DD-3508-44CE-BF17-E028CDC8A755}" dt="2026-03-09T13:25:18.936" v="4303" actId="47"/>
          <pc:sldLayoutMkLst>
            <pc:docMk/>
            <pc:sldMasterMk cId="935775863" sldId="2147483660"/>
            <pc:sldLayoutMk cId="3064108622" sldId="2147483666"/>
          </pc:sldLayoutMkLst>
        </pc:sldLayoutChg>
        <pc:sldLayoutChg chg="del">
          <pc:chgData name="Elshall, Ahmed" userId="d8fa4c7b-1b1d-4a60-8af4-3c19b6d9ea5d" providerId="ADAL" clId="{B7C235DD-3508-44CE-BF17-E028CDC8A755}" dt="2026-03-09T13:25:18.936" v="4303" actId="47"/>
          <pc:sldLayoutMkLst>
            <pc:docMk/>
            <pc:sldMasterMk cId="935775863" sldId="2147483660"/>
            <pc:sldLayoutMk cId="1186941168" sldId="2147483667"/>
          </pc:sldLayoutMkLst>
        </pc:sldLayoutChg>
        <pc:sldLayoutChg chg="del">
          <pc:chgData name="Elshall, Ahmed" userId="d8fa4c7b-1b1d-4a60-8af4-3c19b6d9ea5d" providerId="ADAL" clId="{B7C235DD-3508-44CE-BF17-E028CDC8A755}" dt="2026-03-09T13:25:18.936" v="4303" actId="47"/>
          <pc:sldLayoutMkLst>
            <pc:docMk/>
            <pc:sldMasterMk cId="935775863" sldId="2147483660"/>
            <pc:sldLayoutMk cId="989906528" sldId="2147483668"/>
          </pc:sldLayoutMkLst>
        </pc:sldLayoutChg>
        <pc:sldLayoutChg chg="del">
          <pc:chgData name="Elshall, Ahmed" userId="d8fa4c7b-1b1d-4a60-8af4-3c19b6d9ea5d" providerId="ADAL" clId="{B7C235DD-3508-44CE-BF17-E028CDC8A755}" dt="2026-03-09T13:25:18.936" v="4303" actId="47"/>
          <pc:sldLayoutMkLst>
            <pc:docMk/>
            <pc:sldMasterMk cId="935775863" sldId="2147483660"/>
            <pc:sldLayoutMk cId="3096419257" sldId="2147483669"/>
          </pc:sldLayoutMkLst>
        </pc:sldLayoutChg>
        <pc:sldLayoutChg chg="del">
          <pc:chgData name="Elshall, Ahmed" userId="d8fa4c7b-1b1d-4a60-8af4-3c19b6d9ea5d" providerId="ADAL" clId="{B7C235DD-3508-44CE-BF17-E028CDC8A755}" dt="2026-03-09T13:25:18.936" v="4303" actId="47"/>
          <pc:sldLayoutMkLst>
            <pc:docMk/>
            <pc:sldMasterMk cId="935775863" sldId="2147483660"/>
            <pc:sldLayoutMk cId="3485006097" sldId="2147483670"/>
          </pc:sldLayoutMkLst>
        </pc:sldLayoutChg>
        <pc:sldLayoutChg chg="del">
          <pc:chgData name="Elshall, Ahmed" userId="d8fa4c7b-1b1d-4a60-8af4-3c19b6d9ea5d" providerId="ADAL" clId="{B7C235DD-3508-44CE-BF17-E028CDC8A755}" dt="2026-03-09T13:25:18.936" v="4303" actId="47"/>
          <pc:sldLayoutMkLst>
            <pc:docMk/>
            <pc:sldMasterMk cId="935775863" sldId="2147483660"/>
            <pc:sldLayoutMk cId="3626621236" sldId="2147483671"/>
          </pc:sldLayoutMkLst>
        </pc:sldLayoutChg>
        <pc:sldLayoutChg chg="del">
          <pc:chgData name="Elshall, Ahmed" userId="d8fa4c7b-1b1d-4a60-8af4-3c19b6d9ea5d" providerId="ADAL" clId="{B7C235DD-3508-44CE-BF17-E028CDC8A755}" dt="2026-03-09T13:25:18.936" v="4303" actId="47"/>
          <pc:sldLayoutMkLst>
            <pc:docMk/>
            <pc:sldMasterMk cId="935775863" sldId="2147483660"/>
            <pc:sldLayoutMk cId="1521635708" sldId="2147483672"/>
          </pc:sldLayoutMkLst>
        </pc:sldLayoutChg>
        <pc:sldLayoutChg chg="del">
          <pc:chgData name="Elshall, Ahmed" userId="d8fa4c7b-1b1d-4a60-8af4-3c19b6d9ea5d" providerId="ADAL" clId="{B7C235DD-3508-44CE-BF17-E028CDC8A755}" dt="2026-03-09T13:25:18.936" v="4303" actId="47"/>
          <pc:sldLayoutMkLst>
            <pc:docMk/>
            <pc:sldMasterMk cId="935775863" sldId="2147483660"/>
            <pc:sldLayoutMk cId="3056290099" sldId="2147483673"/>
          </pc:sldLayoutMkLst>
        </pc:sldLayoutChg>
        <pc:sldLayoutChg chg="del">
          <pc:chgData name="Elshall, Ahmed" userId="d8fa4c7b-1b1d-4a60-8af4-3c19b6d9ea5d" providerId="ADAL" clId="{B7C235DD-3508-44CE-BF17-E028CDC8A755}" dt="2026-03-09T13:25:18.936" v="4303" actId="47"/>
          <pc:sldLayoutMkLst>
            <pc:docMk/>
            <pc:sldMasterMk cId="935775863" sldId="2147483660"/>
            <pc:sldLayoutMk cId="2261883768" sldId="2147483674"/>
          </pc:sldLayoutMkLst>
        </pc:sldLayoutChg>
        <pc:sldLayoutChg chg="del">
          <pc:chgData name="Elshall, Ahmed" userId="d8fa4c7b-1b1d-4a60-8af4-3c19b6d9ea5d" providerId="ADAL" clId="{B7C235DD-3508-44CE-BF17-E028CDC8A755}" dt="2026-03-09T13:25:18.936" v="4303" actId="47"/>
          <pc:sldLayoutMkLst>
            <pc:docMk/>
            <pc:sldMasterMk cId="935775863" sldId="2147483660"/>
            <pc:sldLayoutMk cId="2934125951" sldId="2147483675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7EB3C1-457E-45A2-B1A1-44334AFC5896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C28AF6B2-864E-4193-B72C-767BA16B8E84}">
      <dgm:prSet phldrT="[Text]" custT="1"/>
      <dgm:spPr>
        <a:solidFill>
          <a:srgbClr val="618BC6"/>
        </a:solidFill>
      </dgm:spPr>
      <dgm:t>
        <a:bodyPr/>
        <a:lstStyle/>
        <a:p>
          <a:r>
            <a:rPr lang="en-US" sz="2500" dirty="0"/>
            <a:t>Create</a:t>
          </a:r>
        </a:p>
      </dgm:t>
    </dgm:pt>
    <dgm:pt modelId="{2C139939-3ED0-411F-9778-1B463079A840}" type="parTrans" cxnId="{AEB9BD82-6109-48C5-89F5-E06C32779E16}">
      <dgm:prSet/>
      <dgm:spPr/>
      <dgm:t>
        <a:bodyPr/>
        <a:lstStyle/>
        <a:p>
          <a:endParaRPr lang="en-US"/>
        </a:p>
      </dgm:t>
    </dgm:pt>
    <dgm:pt modelId="{6B5D1CEB-AA67-4287-8099-680586D7C34E}" type="sibTrans" cxnId="{AEB9BD82-6109-48C5-89F5-E06C32779E16}">
      <dgm:prSet/>
      <dgm:spPr/>
      <dgm:t>
        <a:bodyPr/>
        <a:lstStyle/>
        <a:p>
          <a:endParaRPr lang="en-US"/>
        </a:p>
      </dgm:t>
    </dgm:pt>
    <dgm:pt modelId="{CD93BE2E-2C8B-4686-BE2F-1A78828B38E0}">
      <dgm:prSet phldrT="[Text]" custT="1"/>
      <dgm:spPr>
        <a:solidFill>
          <a:srgbClr val="7C9ED0"/>
        </a:solidFill>
      </dgm:spPr>
      <dgm:t>
        <a:bodyPr/>
        <a:lstStyle/>
        <a:p>
          <a:r>
            <a:rPr lang="en-US" sz="2500" dirty="0"/>
            <a:t>Evaluate</a:t>
          </a:r>
        </a:p>
      </dgm:t>
    </dgm:pt>
    <dgm:pt modelId="{61E27C45-CC1B-4177-BA3B-AC97D0FF6380}" type="parTrans" cxnId="{F2345525-3C44-4A3F-A3AF-DDF9807E4B2D}">
      <dgm:prSet/>
      <dgm:spPr/>
      <dgm:t>
        <a:bodyPr/>
        <a:lstStyle/>
        <a:p>
          <a:endParaRPr lang="en-US"/>
        </a:p>
      </dgm:t>
    </dgm:pt>
    <dgm:pt modelId="{4BD56169-AE42-4D56-B7D5-B2834ECC37F6}" type="sibTrans" cxnId="{F2345525-3C44-4A3F-A3AF-DDF9807E4B2D}">
      <dgm:prSet/>
      <dgm:spPr/>
      <dgm:t>
        <a:bodyPr/>
        <a:lstStyle/>
        <a:p>
          <a:endParaRPr lang="en-US"/>
        </a:p>
      </dgm:t>
    </dgm:pt>
    <dgm:pt modelId="{D1EC18CF-DD9E-4743-B816-BA76060AE3F3}">
      <dgm:prSet custT="1"/>
      <dgm:spPr>
        <a:solidFill>
          <a:srgbClr val="96B2D9"/>
        </a:solidFill>
      </dgm:spPr>
      <dgm:t>
        <a:bodyPr/>
        <a:lstStyle/>
        <a:p>
          <a:r>
            <a:rPr lang="en-US" sz="2500" dirty="0"/>
            <a:t>Analyze</a:t>
          </a:r>
        </a:p>
      </dgm:t>
    </dgm:pt>
    <dgm:pt modelId="{62D37CA7-28DD-4561-A41A-3254692564C6}" type="parTrans" cxnId="{AFF44E99-1BC4-4B71-9352-F9A3100D45CB}">
      <dgm:prSet/>
      <dgm:spPr/>
      <dgm:t>
        <a:bodyPr/>
        <a:lstStyle/>
        <a:p>
          <a:endParaRPr lang="en-US"/>
        </a:p>
      </dgm:t>
    </dgm:pt>
    <dgm:pt modelId="{078A8ED1-D98E-4A91-9309-AFE7A68290A7}" type="sibTrans" cxnId="{AFF44E99-1BC4-4B71-9352-F9A3100D45CB}">
      <dgm:prSet/>
      <dgm:spPr/>
      <dgm:t>
        <a:bodyPr/>
        <a:lstStyle/>
        <a:p>
          <a:endParaRPr lang="en-US"/>
        </a:p>
      </dgm:t>
    </dgm:pt>
    <dgm:pt modelId="{51A64854-941B-4915-8420-EFA3BE54CDAB}">
      <dgm:prSet custT="1"/>
      <dgm:spPr>
        <a:solidFill>
          <a:srgbClr val="B0C5E2"/>
        </a:solidFill>
      </dgm:spPr>
      <dgm:t>
        <a:bodyPr/>
        <a:lstStyle/>
        <a:p>
          <a:r>
            <a:rPr lang="en-US" sz="2500" dirty="0"/>
            <a:t>Apply</a:t>
          </a:r>
        </a:p>
      </dgm:t>
    </dgm:pt>
    <dgm:pt modelId="{639E1E51-053E-44A2-8DBD-75CB9460F56C}" type="parTrans" cxnId="{6C252A9B-6729-426D-A825-80C00C14D8F6}">
      <dgm:prSet/>
      <dgm:spPr/>
      <dgm:t>
        <a:bodyPr/>
        <a:lstStyle/>
        <a:p>
          <a:endParaRPr lang="en-US"/>
        </a:p>
      </dgm:t>
    </dgm:pt>
    <dgm:pt modelId="{7C931A0E-D8F7-4878-A3DD-4B2FF4AB40CE}" type="sibTrans" cxnId="{6C252A9B-6729-426D-A825-80C00C14D8F6}">
      <dgm:prSet/>
      <dgm:spPr/>
      <dgm:t>
        <a:bodyPr/>
        <a:lstStyle/>
        <a:p>
          <a:endParaRPr lang="en-US"/>
        </a:p>
      </dgm:t>
    </dgm:pt>
    <dgm:pt modelId="{A01E6026-B3B2-4907-8E5A-C5245C8EE359}">
      <dgm:prSet custT="1"/>
      <dgm:spPr>
        <a:solidFill>
          <a:srgbClr val="CAD8EC"/>
        </a:solidFill>
      </dgm:spPr>
      <dgm:t>
        <a:bodyPr/>
        <a:lstStyle/>
        <a:p>
          <a:r>
            <a:rPr lang="en-US" sz="2500" dirty="0"/>
            <a:t>Understand</a:t>
          </a:r>
        </a:p>
      </dgm:t>
    </dgm:pt>
    <dgm:pt modelId="{F28AA36A-89EE-4055-BFBD-2E44124A7425}" type="parTrans" cxnId="{87BA1411-130A-4BA5-A564-0A587976351A}">
      <dgm:prSet/>
      <dgm:spPr/>
      <dgm:t>
        <a:bodyPr/>
        <a:lstStyle/>
        <a:p>
          <a:endParaRPr lang="en-US"/>
        </a:p>
      </dgm:t>
    </dgm:pt>
    <dgm:pt modelId="{3736C075-378F-4D13-A74D-A27EE604E39C}" type="sibTrans" cxnId="{87BA1411-130A-4BA5-A564-0A587976351A}">
      <dgm:prSet/>
      <dgm:spPr/>
      <dgm:t>
        <a:bodyPr/>
        <a:lstStyle/>
        <a:p>
          <a:endParaRPr lang="en-US"/>
        </a:p>
      </dgm:t>
    </dgm:pt>
    <dgm:pt modelId="{5EC64340-DC39-45F5-B96C-4060045DACE7}">
      <dgm:prSet custT="1"/>
      <dgm:spPr>
        <a:solidFill>
          <a:srgbClr val="DDE6F3"/>
        </a:solidFill>
      </dgm:spPr>
      <dgm:t>
        <a:bodyPr/>
        <a:lstStyle/>
        <a:p>
          <a:r>
            <a:rPr lang="en-US" sz="2500" dirty="0">
              <a:solidFill>
                <a:schemeClr val="tx1"/>
              </a:solidFill>
            </a:rPr>
            <a:t>Remember</a:t>
          </a:r>
        </a:p>
      </dgm:t>
    </dgm:pt>
    <dgm:pt modelId="{4366B4E3-4B68-4D83-A0C1-AE1DB258D82E}" type="parTrans" cxnId="{00864049-69EF-4267-910C-94F8BFE187DD}">
      <dgm:prSet/>
      <dgm:spPr/>
      <dgm:t>
        <a:bodyPr/>
        <a:lstStyle/>
        <a:p>
          <a:endParaRPr lang="en-US"/>
        </a:p>
      </dgm:t>
    </dgm:pt>
    <dgm:pt modelId="{2E88910D-7203-4593-90EF-06105AA0D20B}" type="sibTrans" cxnId="{00864049-69EF-4267-910C-94F8BFE187DD}">
      <dgm:prSet/>
      <dgm:spPr/>
      <dgm:t>
        <a:bodyPr/>
        <a:lstStyle/>
        <a:p>
          <a:endParaRPr lang="en-US"/>
        </a:p>
      </dgm:t>
    </dgm:pt>
    <dgm:pt modelId="{CF7E8062-3323-4DF6-B196-D625A614F330}" type="pres">
      <dgm:prSet presAssocID="{957EB3C1-457E-45A2-B1A1-44334AFC5896}" presName="Name0" presStyleCnt="0">
        <dgm:presLayoutVars>
          <dgm:dir val="rev"/>
          <dgm:animLvl val="lvl"/>
          <dgm:resizeHandles val="exact"/>
        </dgm:presLayoutVars>
      </dgm:prSet>
      <dgm:spPr/>
    </dgm:pt>
    <dgm:pt modelId="{C58EF3E1-8164-41DC-ADEF-6F1408313FC9}" type="pres">
      <dgm:prSet presAssocID="{C28AF6B2-864E-4193-B72C-767BA16B8E84}" presName="Name8" presStyleCnt="0"/>
      <dgm:spPr/>
    </dgm:pt>
    <dgm:pt modelId="{C7AB0793-5198-4E86-87F2-8EBB86261BDD}" type="pres">
      <dgm:prSet presAssocID="{C28AF6B2-864E-4193-B72C-767BA16B8E84}" presName="level" presStyleLbl="node1" presStyleIdx="0" presStyleCnt="6">
        <dgm:presLayoutVars>
          <dgm:chMax val="1"/>
          <dgm:bulletEnabled val="1"/>
        </dgm:presLayoutVars>
      </dgm:prSet>
      <dgm:spPr/>
    </dgm:pt>
    <dgm:pt modelId="{9E5086C7-1997-49A8-8713-93BABB3A7F19}" type="pres">
      <dgm:prSet presAssocID="{C28AF6B2-864E-4193-B72C-767BA16B8E84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E4B29A5-C0C2-4D82-80C8-12A7C4A203A3}" type="pres">
      <dgm:prSet presAssocID="{CD93BE2E-2C8B-4686-BE2F-1A78828B38E0}" presName="Name8" presStyleCnt="0"/>
      <dgm:spPr/>
    </dgm:pt>
    <dgm:pt modelId="{3FF877B0-0671-4079-BC3A-CC0C5174EFBA}" type="pres">
      <dgm:prSet presAssocID="{CD93BE2E-2C8B-4686-BE2F-1A78828B38E0}" presName="level" presStyleLbl="node1" presStyleIdx="1" presStyleCnt="6">
        <dgm:presLayoutVars>
          <dgm:chMax val="1"/>
          <dgm:bulletEnabled val="1"/>
        </dgm:presLayoutVars>
      </dgm:prSet>
      <dgm:spPr/>
    </dgm:pt>
    <dgm:pt modelId="{5FD99CD2-BB31-448D-9C9A-83D1698669C7}" type="pres">
      <dgm:prSet presAssocID="{CD93BE2E-2C8B-4686-BE2F-1A78828B38E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3C3DC23-6073-4E6D-BE7D-364AAB19C8C3}" type="pres">
      <dgm:prSet presAssocID="{D1EC18CF-DD9E-4743-B816-BA76060AE3F3}" presName="Name8" presStyleCnt="0"/>
      <dgm:spPr/>
    </dgm:pt>
    <dgm:pt modelId="{B31DF09B-D3F8-4D1D-8A45-1518DD57C3DC}" type="pres">
      <dgm:prSet presAssocID="{D1EC18CF-DD9E-4743-B816-BA76060AE3F3}" presName="level" presStyleLbl="node1" presStyleIdx="2" presStyleCnt="6">
        <dgm:presLayoutVars>
          <dgm:chMax val="1"/>
          <dgm:bulletEnabled val="1"/>
        </dgm:presLayoutVars>
      </dgm:prSet>
      <dgm:spPr/>
    </dgm:pt>
    <dgm:pt modelId="{1A334395-22BE-4681-A6AA-65A85E630696}" type="pres">
      <dgm:prSet presAssocID="{D1EC18CF-DD9E-4743-B816-BA76060AE3F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AEB983B-16DF-4727-B72E-A94ABB9C5E3E}" type="pres">
      <dgm:prSet presAssocID="{51A64854-941B-4915-8420-EFA3BE54CDAB}" presName="Name8" presStyleCnt="0"/>
      <dgm:spPr/>
    </dgm:pt>
    <dgm:pt modelId="{27B93206-6D00-4C4C-8809-4F33C297F789}" type="pres">
      <dgm:prSet presAssocID="{51A64854-941B-4915-8420-EFA3BE54CDAB}" presName="level" presStyleLbl="node1" presStyleIdx="3" presStyleCnt="6">
        <dgm:presLayoutVars>
          <dgm:chMax val="1"/>
          <dgm:bulletEnabled val="1"/>
        </dgm:presLayoutVars>
      </dgm:prSet>
      <dgm:spPr/>
    </dgm:pt>
    <dgm:pt modelId="{5FCA671D-208A-4EE2-9FB9-1DE3723E70AE}" type="pres">
      <dgm:prSet presAssocID="{51A64854-941B-4915-8420-EFA3BE54CDA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3C1D709-CBAB-4B4A-BC99-C1D826B0738A}" type="pres">
      <dgm:prSet presAssocID="{A01E6026-B3B2-4907-8E5A-C5245C8EE359}" presName="Name8" presStyleCnt="0"/>
      <dgm:spPr/>
    </dgm:pt>
    <dgm:pt modelId="{A13BCE4A-DA54-40E0-97E8-3DE29109722E}" type="pres">
      <dgm:prSet presAssocID="{A01E6026-B3B2-4907-8E5A-C5245C8EE359}" presName="level" presStyleLbl="node1" presStyleIdx="4" presStyleCnt="6">
        <dgm:presLayoutVars>
          <dgm:chMax val="1"/>
          <dgm:bulletEnabled val="1"/>
        </dgm:presLayoutVars>
      </dgm:prSet>
      <dgm:spPr/>
    </dgm:pt>
    <dgm:pt modelId="{DAAF0C5D-8B3F-41F4-8CDC-677E6EEBF028}" type="pres">
      <dgm:prSet presAssocID="{A01E6026-B3B2-4907-8E5A-C5245C8EE35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23D074A-9EFB-4501-95F6-90A3DE0C1EC4}" type="pres">
      <dgm:prSet presAssocID="{5EC64340-DC39-45F5-B96C-4060045DACE7}" presName="Name8" presStyleCnt="0"/>
      <dgm:spPr/>
    </dgm:pt>
    <dgm:pt modelId="{A7F1CF5B-8668-455F-B8F8-CEE01D73CF23}" type="pres">
      <dgm:prSet presAssocID="{5EC64340-DC39-45F5-B96C-4060045DACE7}" presName="level" presStyleLbl="node1" presStyleIdx="5" presStyleCnt="6" custLinFactNeighborX="1505" custLinFactNeighborY="9489">
        <dgm:presLayoutVars>
          <dgm:chMax val="1"/>
          <dgm:bulletEnabled val="1"/>
        </dgm:presLayoutVars>
      </dgm:prSet>
      <dgm:spPr/>
    </dgm:pt>
    <dgm:pt modelId="{19FDF8E7-C345-4463-9B00-776417EB1BCB}" type="pres">
      <dgm:prSet presAssocID="{5EC64340-DC39-45F5-B96C-4060045DACE7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D037030F-5B1B-411F-BDA9-5A9F956CCE31}" type="presOf" srcId="{5EC64340-DC39-45F5-B96C-4060045DACE7}" destId="{A7F1CF5B-8668-455F-B8F8-CEE01D73CF23}" srcOrd="0" destOrd="0" presId="urn:microsoft.com/office/officeart/2005/8/layout/pyramid1"/>
    <dgm:cxn modelId="{F5650A11-03DA-46B9-9821-884665E83D71}" type="presOf" srcId="{D1EC18CF-DD9E-4743-B816-BA76060AE3F3}" destId="{1A334395-22BE-4681-A6AA-65A85E630696}" srcOrd="1" destOrd="0" presId="urn:microsoft.com/office/officeart/2005/8/layout/pyramid1"/>
    <dgm:cxn modelId="{87BA1411-130A-4BA5-A564-0A587976351A}" srcId="{957EB3C1-457E-45A2-B1A1-44334AFC5896}" destId="{A01E6026-B3B2-4907-8E5A-C5245C8EE359}" srcOrd="4" destOrd="0" parTransId="{F28AA36A-89EE-4055-BFBD-2E44124A7425}" sibTransId="{3736C075-378F-4D13-A74D-A27EE604E39C}"/>
    <dgm:cxn modelId="{6DAFD914-4E9F-4B06-9BE2-6EA4DB31B74F}" type="presOf" srcId="{5EC64340-DC39-45F5-B96C-4060045DACE7}" destId="{19FDF8E7-C345-4463-9B00-776417EB1BCB}" srcOrd="1" destOrd="0" presId="urn:microsoft.com/office/officeart/2005/8/layout/pyramid1"/>
    <dgm:cxn modelId="{252EEB15-0F51-4224-804E-E6D2075E00ED}" type="presOf" srcId="{A01E6026-B3B2-4907-8E5A-C5245C8EE359}" destId="{A13BCE4A-DA54-40E0-97E8-3DE29109722E}" srcOrd="0" destOrd="0" presId="urn:microsoft.com/office/officeart/2005/8/layout/pyramid1"/>
    <dgm:cxn modelId="{E8585516-BC61-462B-BF9B-60A8946E62F4}" type="presOf" srcId="{51A64854-941B-4915-8420-EFA3BE54CDAB}" destId="{27B93206-6D00-4C4C-8809-4F33C297F789}" srcOrd="0" destOrd="0" presId="urn:microsoft.com/office/officeart/2005/8/layout/pyramid1"/>
    <dgm:cxn modelId="{BE72681F-340B-44C4-9B92-E1C4FE22823E}" type="presOf" srcId="{C28AF6B2-864E-4193-B72C-767BA16B8E84}" destId="{9E5086C7-1997-49A8-8713-93BABB3A7F19}" srcOrd="1" destOrd="0" presId="urn:microsoft.com/office/officeart/2005/8/layout/pyramid1"/>
    <dgm:cxn modelId="{F2345525-3C44-4A3F-A3AF-DDF9807E4B2D}" srcId="{957EB3C1-457E-45A2-B1A1-44334AFC5896}" destId="{CD93BE2E-2C8B-4686-BE2F-1A78828B38E0}" srcOrd="1" destOrd="0" parTransId="{61E27C45-CC1B-4177-BA3B-AC97D0FF6380}" sibTransId="{4BD56169-AE42-4D56-B7D5-B2834ECC37F6}"/>
    <dgm:cxn modelId="{71577037-5AC6-4282-B6A0-04068B61999B}" type="presOf" srcId="{CD93BE2E-2C8B-4686-BE2F-1A78828B38E0}" destId="{3FF877B0-0671-4079-BC3A-CC0C5174EFBA}" srcOrd="0" destOrd="0" presId="urn:microsoft.com/office/officeart/2005/8/layout/pyramid1"/>
    <dgm:cxn modelId="{A0C12B69-3687-4C69-AADB-ED67D6BCBE84}" type="presOf" srcId="{A01E6026-B3B2-4907-8E5A-C5245C8EE359}" destId="{DAAF0C5D-8B3F-41F4-8CDC-677E6EEBF028}" srcOrd="1" destOrd="0" presId="urn:microsoft.com/office/officeart/2005/8/layout/pyramid1"/>
    <dgm:cxn modelId="{00864049-69EF-4267-910C-94F8BFE187DD}" srcId="{957EB3C1-457E-45A2-B1A1-44334AFC5896}" destId="{5EC64340-DC39-45F5-B96C-4060045DACE7}" srcOrd="5" destOrd="0" parTransId="{4366B4E3-4B68-4D83-A0C1-AE1DB258D82E}" sibTransId="{2E88910D-7203-4593-90EF-06105AA0D20B}"/>
    <dgm:cxn modelId="{6DE1B74C-5A3F-41F6-9DED-3BF79099EFEC}" type="presOf" srcId="{D1EC18CF-DD9E-4743-B816-BA76060AE3F3}" destId="{B31DF09B-D3F8-4D1D-8A45-1518DD57C3DC}" srcOrd="0" destOrd="0" presId="urn:microsoft.com/office/officeart/2005/8/layout/pyramid1"/>
    <dgm:cxn modelId="{AEB9BD82-6109-48C5-89F5-E06C32779E16}" srcId="{957EB3C1-457E-45A2-B1A1-44334AFC5896}" destId="{C28AF6B2-864E-4193-B72C-767BA16B8E84}" srcOrd="0" destOrd="0" parTransId="{2C139939-3ED0-411F-9778-1B463079A840}" sibTransId="{6B5D1CEB-AA67-4287-8099-680586D7C34E}"/>
    <dgm:cxn modelId="{AFF44E99-1BC4-4B71-9352-F9A3100D45CB}" srcId="{957EB3C1-457E-45A2-B1A1-44334AFC5896}" destId="{D1EC18CF-DD9E-4743-B816-BA76060AE3F3}" srcOrd="2" destOrd="0" parTransId="{62D37CA7-28DD-4561-A41A-3254692564C6}" sibTransId="{078A8ED1-D98E-4A91-9309-AFE7A68290A7}"/>
    <dgm:cxn modelId="{6C252A9B-6729-426D-A825-80C00C14D8F6}" srcId="{957EB3C1-457E-45A2-B1A1-44334AFC5896}" destId="{51A64854-941B-4915-8420-EFA3BE54CDAB}" srcOrd="3" destOrd="0" parTransId="{639E1E51-053E-44A2-8DBD-75CB9460F56C}" sibTransId="{7C931A0E-D8F7-4878-A3DD-4B2FF4AB40CE}"/>
    <dgm:cxn modelId="{09764DA1-3011-4A2B-8D39-FB3D3D96FE5E}" type="presOf" srcId="{CD93BE2E-2C8B-4686-BE2F-1A78828B38E0}" destId="{5FD99CD2-BB31-448D-9C9A-83D1698669C7}" srcOrd="1" destOrd="0" presId="urn:microsoft.com/office/officeart/2005/8/layout/pyramid1"/>
    <dgm:cxn modelId="{9D33CCA1-C5DD-4B3B-B07B-27DAB1803716}" type="presOf" srcId="{957EB3C1-457E-45A2-B1A1-44334AFC5896}" destId="{CF7E8062-3323-4DF6-B196-D625A614F330}" srcOrd="0" destOrd="0" presId="urn:microsoft.com/office/officeart/2005/8/layout/pyramid1"/>
    <dgm:cxn modelId="{F39D53EC-B7BA-47C8-980F-CBF1D2B9D14A}" type="presOf" srcId="{51A64854-941B-4915-8420-EFA3BE54CDAB}" destId="{5FCA671D-208A-4EE2-9FB9-1DE3723E70AE}" srcOrd="1" destOrd="0" presId="urn:microsoft.com/office/officeart/2005/8/layout/pyramid1"/>
    <dgm:cxn modelId="{DF5EFDF3-07A0-4D3B-B6FD-3F716978021C}" type="presOf" srcId="{C28AF6B2-864E-4193-B72C-767BA16B8E84}" destId="{C7AB0793-5198-4E86-87F2-8EBB86261BDD}" srcOrd="0" destOrd="0" presId="urn:microsoft.com/office/officeart/2005/8/layout/pyramid1"/>
    <dgm:cxn modelId="{8F5E89BE-D91A-4A4F-A9F3-479C71600401}" type="presParOf" srcId="{CF7E8062-3323-4DF6-B196-D625A614F330}" destId="{C58EF3E1-8164-41DC-ADEF-6F1408313FC9}" srcOrd="0" destOrd="0" presId="urn:microsoft.com/office/officeart/2005/8/layout/pyramid1"/>
    <dgm:cxn modelId="{067E4542-8C09-4178-B812-801368BFA685}" type="presParOf" srcId="{C58EF3E1-8164-41DC-ADEF-6F1408313FC9}" destId="{C7AB0793-5198-4E86-87F2-8EBB86261BDD}" srcOrd="0" destOrd="0" presId="urn:microsoft.com/office/officeart/2005/8/layout/pyramid1"/>
    <dgm:cxn modelId="{A4FB960D-ECF4-4EE4-B1C8-3CE1CA8EC939}" type="presParOf" srcId="{C58EF3E1-8164-41DC-ADEF-6F1408313FC9}" destId="{9E5086C7-1997-49A8-8713-93BABB3A7F19}" srcOrd="1" destOrd="0" presId="urn:microsoft.com/office/officeart/2005/8/layout/pyramid1"/>
    <dgm:cxn modelId="{CF368FBA-11AE-4AEC-B1F2-D46385253DB3}" type="presParOf" srcId="{CF7E8062-3323-4DF6-B196-D625A614F330}" destId="{8E4B29A5-C0C2-4D82-80C8-12A7C4A203A3}" srcOrd="1" destOrd="0" presId="urn:microsoft.com/office/officeart/2005/8/layout/pyramid1"/>
    <dgm:cxn modelId="{3C300CDB-1B6C-4EF8-8F30-E93CF5FED008}" type="presParOf" srcId="{8E4B29A5-C0C2-4D82-80C8-12A7C4A203A3}" destId="{3FF877B0-0671-4079-BC3A-CC0C5174EFBA}" srcOrd="0" destOrd="0" presId="urn:microsoft.com/office/officeart/2005/8/layout/pyramid1"/>
    <dgm:cxn modelId="{3C31634C-2E13-470B-BB95-14BBAA96D419}" type="presParOf" srcId="{8E4B29A5-C0C2-4D82-80C8-12A7C4A203A3}" destId="{5FD99CD2-BB31-448D-9C9A-83D1698669C7}" srcOrd="1" destOrd="0" presId="urn:microsoft.com/office/officeart/2005/8/layout/pyramid1"/>
    <dgm:cxn modelId="{2C89DC38-BE96-484E-A42E-DA24BFE63543}" type="presParOf" srcId="{CF7E8062-3323-4DF6-B196-D625A614F330}" destId="{83C3DC23-6073-4E6D-BE7D-364AAB19C8C3}" srcOrd="2" destOrd="0" presId="urn:microsoft.com/office/officeart/2005/8/layout/pyramid1"/>
    <dgm:cxn modelId="{74FD3610-A6E2-42FF-824C-3281D9D71F5C}" type="presParOf" srcId="{83C3DC23-6073-4E6D-BE7D-364AAB19C8C3}" destId="{B31DF09B-D3F8-4D1D-8A45-1518DD57C3DC}" srcOrd="0" destOrd="0" presId="urn:microsoft.com/office/officeart/2005/8/layout/pyramid1"/>
    <dgm:cxn modelId="{6DB111E7-CE16-4503-A676-2252B5F726EB}" type="presParOf" srcId="{83C3DC23-6073-4E6D-BE7D-364AAB19C8C3}" destId="{1A334395-22BE-4681-A6AA-65A85E630696}" srcOrd="1" destOrd="0" presId="urn:microsoft.com/office/officeart/2005/8/layout/pyramid1"/>
    <dgm:cxn modelId="{2AD0D204-8889-43B3-B906-B8AA8775DD14}" type="presParOf" srcId="{CF7E8062-3323-4DF6-B196-D625A614F330}" destId="{8AEB983B-16DF-4727-B72E-A94ABB9C5E3E}" srcOrd="3" destOrd="0" presId="urn:microsoft.com/office/officeart/2005/8/layout/pyramid1"/>
    <dgm:cxn modelId="{47D8F8BE-6815-4C4F-B85D-86332AC870AB}" type="presParOf" srcId="{8AEB983B-16DF-4727-B72E-A94ABB9C5E3E}" destId="{27B93206-6D00-4C4C-8809-4F33C297F789}" srcOrd="0" destOrd="0" presId="urn:microsoft.com/office/officeart/2005/8/layout/pyramid1"/>
    <dgm:cxn modelId="{878D9FB7-179E-4086-B8C0-01E6F0C9178D}" type="presParOf" srcId="{8AEB983B-16DF-4727-B72E-A94ABB9C5E3E}" destId="{5FCA671D-208A-4EE2-9FB9-1DE3723E70AE}" srcOrd="1" destOrd="0" presId="urn:microsoft.com/office/officeart/2005/8/layout/pyramid1"/>
    <dgm:cxn modelId="{DD838C08-6A1B-4836-9BB2-671A7899BD8B}" type="presParOf" srcId="{CF7E8062-3323-4DF6-B196-D625A614F330}" destId="{33C1D709-CBAB-4B4A-BC99-C1D826B0738A}" srcOrd="4" destOrd="0" presId="urn:microsoft.com/office/officeart/2005/8/layout/pyramid1"/>
    <dgm:cxn modelId="{4AF1CE0A-546F-4A45-87CE-2D47354C0C6F}" type="presParOf" srcId="{33C1D709-CBAB-4B4A-BC99-C1D826B0738A}" destId="{A13BCE4A-DA54-40E0-97E8-3DE29109722E}" srcOrd="0" destOrd="0" presId="urn:microsoft.com/office/officeart/2005/8/layout/pyramid1"/>
    <dgm:cxn modelId="{ADC0AAF4-E2C2-4744-8711-EDCA6D061977}" type="presParOf" srcId="{33C1D709-CBAB-4B4A-BC99-C1D826B0738A}" destId="{DAAF0C5D-8B3F-41F4-8CDC-677E6EEBF028}" srcOrd="1" destOrd="0" presId="urn:microsoft.com/office/officeart/2005/8/layout/pyramid1"/>
    <dgm:cxn modelId="{8C4F0298-5B56-4FCD-B5A4-BCF284D5FA99}" type="presParOf" srcId="{CF7E8062-3323-4DF6-B196-D625A614F330}" destId="{323D074A-9EFB-4501-95F6-90A3DE0C1EC4}" srcOrd="5" destOrd="0" presId="urn:microsoft.com/office/officeart/2005/8/layout/pyramid1"/>
    <dgm:cxn modelId="{0A450D1D-DB0A-4541-946D-12D27514D1E7}" type="presParOf" srcId="{323D074A-9EFB-4501-95F6-90A3DE0C1EC4}" destId="{A7F1CF5B-8668-455F-B8F8-CEE01D73CF23}" srcOrd="0" destOrd="0" presId="urn:microsoft.com/office/officeart/2005/8/layout/pyramid1"/>
    <dgm:cxn modelId="{9EEB3242-9DB0-4D93-8C13-9D5D52B7627D}" type="presParOf" srcId="{323D074A-9EFB-4501-95F6-90A3DE0C1EC4}" destId="{19FDF8E7-C345-4463-9B00-776417EB1BCB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AB0793-5198-4E86-87F2-8EBB86261BDD}">
      <dsp:nvSpPr>
        <dsp:cNvPr id="0" name=""/>
        <dsp:cNvSpPr/>
      </dsp:nvSpPr>
      <dsp:spPr>
        <a:xfrm>
          <a:off x="2979463" y="0"/>
          <a:ext cx="1191785" cy="696650"/>
        </a:xfrm>
        <a:prstGeom prst="trapezoid">
          <a:avLst>
            <a:gd name="adj" fmla="val 85537"/>
          </a:avLst>
        </a:prstGeom>
        <a:solidFill>
          <a:srgbClr val="618BC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Create</a:t>
          </a:r>
        </a:p>
      </dsp:txBody>
      <dsp:txXfrm>
        <a:off x="2979463" y="0"/>
        <a:ext cx="1191785" cy="696650"/>
      </dsp:txXfrm>
    </dsp:sp>
    <dsp:sp modelId="{3FF877B0-0671-4079-BC3A-CC0C5174EFBA}">
      <dsp:nvSpPr>
        <dsp:cNvPr id="0" name=""/>
        <dsp:cNvSpPr/>
      </dsp:nvSpPr>
      <dsp:spPr>
        <a:xfrm>
          <a:off x="2383570" y="696650"/>
          <a:ext cx="2383571" cy="696650"/>
        </a:xfrm>
        <a:prstGeom prst="trapezoid">
          <a:avLst>
            <a:gd name="adj" fmla="val 85537"/>
          </a:avLst>
        </a:prstGeom>
        <a:solidFill>
          <a:srgbClr val="7C9ED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Evaluate</a:t>
          </a:r>
        </a:p>
      </dsp:txBody>
      <dsp:txXfrm>
        <a:off x="2800695" y="696650"/>
        <a:ext cx="1549321" cy="696650"/>
      </dsp:txXfrm>
    </dsp:sp>
    <dsp:sp modelId="{B31DF09B-D3F8-4D1D-8A45-1518DD57C3DC}">
      <dsp:nvSpPr>
        <dsp:cNvPr id="0" name=""/>
        <dsp:cNvSpPr/>
      </dsp:nvSpPr>
      <dsp:spPr>
        <a:xfrm>
          <a:off x="1787678" y="1393300"/>
          <a:ext cx="3575356" cy="696650"/>
        </a:xfrm>
        <a:prstGeom prst="trapezoid">
          <a:avLst>
            <a:gd name="adj" fmla="val 85537"/>
          </a:avLst>
        </a:prstGeom>
        <a:solidFill>
          <a:srgbClr val="96B2D9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Analyze</a:t>
          </a:r>
        </a:p>
      </dsp:txBody>
      <dsp:txXfrm>
        <a:off x="2413365" y="1393300"/>
        <a:ext cx="2323981" cy="696650"/>
      </dsp:txXfrm>
    </dsp:sp>
    <dsp:sp modelId="{27B93206-6D00-4C4C-8809-4F33C297F789}">
      <dsp:nvSpPr>
        <dsp:cNvPr id="0" name=""/>
        <dsp:cNvSpPr/>
      </dsp:nvSpPr>
      <dsp:spPr>
        <a:xfrm>
          <a:off x="1191785" y="2089950"/>
          <a:ext cx="4767142" cy="696650"/>
        </a:xfrm>
        <a:prstGeom prst="trapezoid">
          <a:avLst>
            <a:gd name="adj" fmla="val 85537"/>
          </a:avLst>
        </a:prstGeom>
        <a:solidFill>
          <a:srgbClr val="B0C5E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Apply</a:t>
          </a:r>
        </a:p>
      </dsp:txBody>
      <dsp:txXfrm>
        <a:off x="2026035" y="2089950"/>
        <a:ext cx="3098642" cy="696650"/>
      </dsp:txXfrm>
    </dsp:sp>
    <dsp:sp modelId="{A13BCE4A-DA54-40E0-97E8-3DE29109722E}">
      <dsp:nvSpPr>
        <dsp:cNvPr id="0" name=""/>
        <dsp:cNvSpPr/>
      </dsp:nvSpPr>
      <dsp:spPr>
        <a:xfrm>
          <a:off x="595892" y="2786600"/>
          <a:ext cx="5958927" cy="696650"/>
        </a:xfrm>
        <a:prstGeom prst="trapezoid">
          <a:avLst>
            <a:gd name="adj" fmla="val 85537"/>
          </a:avLst>
        </a:prstGeom>
        <a:solidFill>
          <a:srgbClr val="CAD8E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Understand</a:t>
          </a:r>
        </a:p>
      </dsp:txBody>
      <dsp:txXfrm>
        <a:off x="1638705" y="2786600"/>
        <a:ext cx="3873302" cy="696650"/>
      </dsp:txXfrm>
    </dsp:sp>
    <dsp:sp modelId="{A7F1CF5B-8668-455F-B8F8-CEE01D73CF23}">
      <dsp:nvSpPr>
        <dsp:cNvPr id="0" name=""/>
        <dsp:cNvSpPr/>
      </dsp:nvSpPr>
      <dsp:spPr>
        <a:xfrm>
          <a:off x="0" y="3483250"/>
          <a:ext cx="7150713" cy="696650"/>
        </a:xfrm>
        <a:prstGeom prst="trapezoid">
          <a:avLst>
            <a:gd name="adj" fmla="val 85537"/>
          </a:avLst>
        </a:prstGeom>
        <a:solidFill>
          <a:srgbClr val="DDE6F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tx1"/>
              </a:solidFill>
            </a:rPr>
            <a:t>Remember</a:t>
          </a:r>
        </a:p>
      </dsp:txBody>
      <dsp:txXfrm>
        <a:off x="1251374" y="3483250"/>
        <a:ext cx="4647963" cy="6966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BE5693-384E-46CC-8A59-A67AA13DA760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8698D9-2ECB-4BCC-B2DD-62CB1F966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996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need to integrate GenAI to STEM and non-STEM education to response to </a:t>
            </a:r>
          </a:p>
          <a:p>
            <a:pPr marL="171450" indent="-171450">
              <a:buFontTx/>
              <a:buChar char="-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rising employer demand for AI skills </a:t>
            </a:r>
          </a:p>
          <a:p>
            <a:pPr marL="171450" indent="-171450">
              <a:buFontTx/>
              <a:buChar char="-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broader workforce shift toward automation </a:t>
            </a:r>
          </a:p>
          <a:p>
            <a:pPr marL="0" indent="0"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to assess students?</a:t>
            </a:r>
          </a:p>
          <a:p>
            <a:pPr marL="171450" indent="-171450">
              <a:buFontTx/>
              <a:buChar char="-"/>
            </a:pPr>
            <a:r>
              <a:rPr lang="en-US" sz="1200" dirty="0"/>
              <a:t>FACT assessment maps Bloom’s taxonomy </a:t>
            </a:r>
          </a:p>
          <a:p>
            <a:pPr marL="171450" indent="-171450">
              <a:buFontTx/>
              <a:buChar char="-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scaffolded AI use </a:t>
            </a:r>
          </a:p>
          <a:p>
            <a:pPr marL="171450" indent="-171450">
              <a:buFontTx/>
              <a:buChar char="-"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8698D9-2ECB-4BCC-B2DD-62CB1F966A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911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8698D9-2ECB-4BCC-B2DD-62CB1F966A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90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shift from peer-dependent to autonomous help seeking and increased positive sentiment toward AI support.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migration indicates growing enthusiasm and ownership of AI tools.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8698D9-2ECB-4BCC-B2DD-62CB1F966A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905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 structure: Scaffolded AI integration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Assessment method: Hybrid assessment design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 mechanism: Mandated instructor checkpoints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Cultural foundation: Process transparency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Instructor role: Metacognitive modeling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 skill: Metacognitive reflection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 monitoring: Early warning system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Active instructor mentoring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8698D9-2ECB-4BCC-B2DD-62CB1F966A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260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1. The AI-affordance alignment framework where matching AI affordances with task authenticity, pedagogical goals, and learner regulatory needs influences help-seeking behaviors and improves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8698D9-2ECB-4BCC-B2DD-62CB1F966A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39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DECB-DD22-AA83-0959-35D0BE1E7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65EA2-2BDD-A077-01C3-3906FAD5C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8B2B9-A070-B2D9-A4AD-9B665F420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99123-5257-43AB-8D7C-3B177C6F8E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D0DF8-9C09-50DE-7D94-609A5BC27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701AB-84D6-EF54-6B76-92EEC6654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0A8A-A274-41BD-B8C7-CE4FA4275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13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34093-4D54-3727-6E21-5B70527CE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B8384-5F6B-85B6-8A79-5B8DFF1FA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CB518-1C7D-ABEF-8754-5FE2948A7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99123-5257-43AB-8D7C-3B177C6F8E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FCB1C-5E9A-6570-817D-F762B6CD5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7B2F4-9761-E315-C9C9-1E5BEF83C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0A8A-A274-41BD-B8C7-CE4FA4275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72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6B96F-791E-F56C-5D86-4B5E93736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D563B-62A3-8605-199E-D95F0998B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5271E-581E-3C5A-8606-6B09F3464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99123-5257-43AB-8D7C-3B177C6F8E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00FB0-FA41-2088-647D-E8DBB3ABD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8CED3-6847-9246-C459-36D963EEE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0A8A-A274-41BD-B8C7-CE4FA4275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041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BD672-8DE1-1358-5A91-B5D89EBED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E9D23-33AB-E175-6F90-F85269B01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28DC58-06A0-FF68-B29C-EDDF19B8D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B2765-542E-153D-8B88-C61F5D3F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99123-5257-43AB-8D7C-3B177C6F8E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64006B-AE97-AD62-4DD3-0597B344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C69F3-3837-A437-CEAC-4B753A7EA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0A8A-A274-41BD-B8C7-CE4FA4275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037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0A461-26B8-9730-345C-D890F60EC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41938-3AC5-AF86-F008-2FDB21D44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E2519-7191-AE65-BC53-4697F563C8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D674B-C591-EE51-4E5F-651429E58D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167DFE-8857-2598-54BA-C624E4379E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4B0E2D-D6E3-58B4-B73D-4512F7992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99123-5257-43AB-8D7C-3B177C6F8E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0DAC6-0499-4070-A998-230464649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4087E0-E569-FA40-E092-FF4042F1C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0A8A-A274-41BD-B8C7-CE4FA4275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273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0F9CA-E7BC-5000-A860-437941152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C166AF-D3AE-7D7A-2986-65F499308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99123-5257-43AB-8D7C-3B177C6F8E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A46904-B2E4-9937-B016-3792195CC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28C99E-9A98-FBF6-AC85-94248A75C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0A8A-A274-41BD-B8C7-CE4FA4275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58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AABD28-02DB-9F01-90DE-F86845A38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99123-5257-43AB-8D7C-3B177C6F8E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0526F6-259F-2D39-C5A6-EB49F3BB7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8CDBF-6B88-482E-049E-BCDB06B23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0A8A-A274-41BD-B8C7-CE4FA4275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523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15AB4-E53D-DE5C-EA9C-FA047A584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D05D3-12C7-E478-78E4-B7FE6A5DC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E68C9-DC04-CB8A-BF08-CFBB7E4F0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5B95D0-0E2A-E578-D801-670F45389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99123-5257-43AB-8D7C-3B177C6F8E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3D7E3-5B45-E58B-A01A-4EF748B32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75CF78-953A-0656-B5D2-BFE61D758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0A8A-A274-41BD-B8C7-CE4FA4275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65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BFB7A-73CE-E3CF-9CCF-8C6262978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110764-9067-6BC8-EE61-C639C9DC8F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C63786-FB0E-FE65-71A3-5CD5CE327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08F54-97EF-74B6-2012-0948C8036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99123-5257-43AB-8D7C-3B177C6F8E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2E5B53-E5E4-E538-752C-EF4CD8576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F5B67B-4590-B433-DD55-D7FD17A99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0A8A-A274-41BD-B8C7-CE4FA4275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00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BBB11-AD5C-3CA4-EE65-FD2525111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16064E-C5CE-3E22-3C3B-7536E9B9A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B5013-4F9F-F059-1D22-A94155E08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99123-5257-43AB-8D7C-3B177C6F8E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7A5BF-1E51-6E87-4E87-0598EE1D4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AB016-9E8F-1A7C-819A-63738A776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0A8A-A274-41BD-B8C7-CE4FA4275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38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F12171-AD57-15BE-9E21-9F1E87B710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3F03B3-950B-30DC-8CC4-E463E91EF9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83055-121C-4BC5-7646-D6EA69624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99123-5257-43AB-8D7C-3B177C6F8E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A16E2-E395-A12A-2857-FD0C34AC8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FAB14-CD79-8B1A-086F-00DB37FC3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0A8A-A274-41BD-B8C7-CE4FA4275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29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FF2898-ACEF-62B4-FC5E-BC6519FFE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B2AC2-9879-5DC2-10D2-778048F0A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36AF5-94A3-162D-B7CB-B78ECA1130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A99123-5257-43AB-8D7C-3B177C6F8EF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EDC5E-C8FE-E244-7F8A-98F5F55695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24052-F510-1D30-9898-7142A9605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900A8A-A274-41BD-B8C7-CE4FA4275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09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2B48A-0674-4719-3C4C-0DD93E5A4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FACT assessment balances AI-assisted learning and traditional assessment </a:t>
            </a:r>
          </a:p>
        </p:txBody>
      </p:sp>
      <p:sp>
        <p:nvSpPr>
          <p:cNvPr id="4" name="AutoShape 2" descr="Image of ">
            <a:extLst>
              <a:ext uri="{FF2B5EF4-FFF2-40B4-BE49-F238E27FC236}">
                <a16:creationId xmlns:a16="http://schemas.microsoft.com/office/drawing/2014/main" id="{673FDC3D-64C5-F29A-5AD4-EACFAB6E82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81650" y="30099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1E12246-989F-CB2B-6F4B-23F7A59EC0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3633444"/>
              </p:ext>
            </p:extLst>
          </p:nvPr>
        </p:nvGraphicFramePr>
        <p:xfrm>
          <a:off x="133349" y="1978243"/>
          <a:ext cx="7150713" cy="41799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A023E7EB-B661-CE92-7AF0-4C8C7F121935}"/>
              </a:ext>
            </a:extLst>
          </p:cNvPr>
          <p:cNvGrpSpPr/>
          <p:nvPr/>
        </p:nvGrpSpPr>
        <p:grpSpPr>
          <a:xfrm>
            <a:off x="7013711" y="5106343"/>
            <a:ext cx="3764937" cy="861774"/>
            <a:chOff x="8280734" y="5348611"/>
            <a:chExt cx="3764937" cy="86177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6EAA4D7-2E92-49AA-3B8B-9970FDA99F47}"/>
                </a:ext>
              </a:extLst>
            </p:cNvPr>
            <p:cNvSpPr txBox="1"/>
            <p:nvPr/>
          </p:nvSpPr>
          <p:spPr>
            <a:xfrm>
              <a:off x="8997014" y="5348611"/>
              <a:ext cx="3048657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500" dirty="0"/>
                <a:t>Conceptual Understanding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4B88CE8-F559-BACD-6355-916EA5E6ED74}"/>
                </a:ext>
              </a:extLst>
            </p:cNvPr>
            <p:cNvSpPr/>
            <p:nvPr/>
          </p:nvSpPr>
          <p:spPr>
            <a:xfrm>
              <a:off x="8280734" y="5459458"/>
              <a:ext cx="640080" cy="640080"/>
            </a:xfrm>
            <a:prstGeom prst="roundRect">
              <a:avLst/>
            </a:prstGeom>
            <a:solidFill>
              <a:srgbClr val="1B51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b="1" dirty="0">
                  <a:solidFill>
                    <a:schemeClr val="bg1"/>
                  </a:solidFill>
                </a:rPr>
                <a:t>C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37220BB-3CDE-72B7-1C62-F6278133B393}"/>
              </a:ext>
            </a:extLst>
          </p:cNvPr>
          <p:cNvGrpSpPr/>
          <p:nvPr/>
        </p:nvGrpSpPr>
        <p:grpSpPr>
          <a:xfrm>
            <a:off x="6160271" y="4000493"/>
            <a:ext cx="3422037" cy="861774"/>
            <a:chOff x="7131821" y="4136733"/>
            <a:chExt cx="3422037" cy="86177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9764D0C-4847-3889-0893-8A294829C370}"/>
                </a:ext>
              </a:extLst>
            </p:cNvPr>
            <p:cNvSpPr txBox="1"/>
            <p:nvPr/>
          </p:nvSpPr>
          <p:spPr>
            <a:xfrm>
              <a:off x="7921718" y="4136733"/>
              <a:ext cx="2632140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500" dirty="0"/>
                <a:t>Fundamental Skills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39B61AF-23D1-6694-EEA9-012A641CD3C7}"/>
                </a:ext>
              </a:extLst>
            </p:cNvPr>
            <p:cNvSpPr/>
            <p:nvPr/>
          </p:nvSpPr>
          <p:spPr>
            <a:xfrm>
              <a:off x="7131821" y="4247580"/>
              <a:ext cx="640080" cy="640080"/>
            </a:xfrm>
            <a:prstGeom prst="roundRect">
              <a:avLst/>
            </a:prstGeom>
            <a:solidFill>
              <a:srgbClr val="1B51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b="1" dirty="0">
                  <a:solidFill>
                    <a:schemeClr val="bg1"/>
                  </a:solidFill>
                </a:rPr>
                <a:t>F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8693690-1591-6A95-FA3C-4808654632B6}"/>
              </a:ext>
            </a:extLst>
          </p:cNvPr>
          <p:cNvGrpSpPr/>
          <p:nvPr/>
        </p:nvGrpSpPr>
        <p:grpSpPr>
          <a:xfrm>
            <a:off x="4419128" y="1828457"/>
            <a:ext cx="2717163" cy="861774"/>
            <a:chOff x="5277731" y="1546803"/>
            <a:chExt cx="2717163" cy="86177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4E578B3-C27F-1621-F5F7-1B5A5589FE46}"/>
                </a:ext>
              </a:extLst>
            </p:cNvPr>
            <p:cNvSpPr txBox="1"/>
            <p:nvPr/>
          </p:nvSpPr>
          <p:spPr>
            <a:xfrm>
              <a:off x="6032112" y="1546803"/>
              <a:ext cx="1962782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500" dirty="0"/>
                <a:t>Authentic Project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ECC50A5-8932-4D54-9344-419515F3F57A}"/>
                </a:ext>
              </a:extLst>
            </p:cNvPr>
            <p:cNvSpPr/>
            <p:nvPr/>
          </p:nvSpPr>
          <p:spPr>
            <a:xfrm>
              <a:off x="5277731" y="1657650"/>
              <a:ext cx="640080" cy="640080"/>
            </a:xfrm>
            <a:prstGeom prst="roundRect">
              <a:avLst/>
            </a:prstGeom>
            <a:solidFill>
              <a:srgbClr val="1B51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b="1" dirty="0">
                  <a:solidFill>
                    <a:schemeClr val="bg1"/>
                  </a:solidFill>
                </a:rPr>
                <a:t>A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BDB3895-ABDB-52B5-1C22-D6C7A6D07515}"/>
              </a:ext>
            </a:extLst>
          </p:cNvPr>
          <p:cNvGrpSpPr/>
          <p:nvPr/>
        </p:nvGrpSpPr>
        <p:grpSpPr>
          <a:xfrm>
            <a:off x="5245544" y="2916819"/>
            <a:ext cx="2589053" cy="858649"/>
            <a:chOff x="6178994" y="2878722"/>
            <a:chExt cx="2589053" cy="85864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136A1DA-FB4A-D264-DF10-C6A2531A1B40}"/>
                </a:ext>
              </a:extLst>
            </p:cNvPr>
            <p:cNvSpPr txBox="1"/>
            <p:nvPr/>
          </p:nvSpPr>
          <p:spPr>
            <a:xfrm>
              <a:off x="6933375" y="2878722"/>
              <a:ext cx="1834672" cy="8586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500" dirty="0"/>
                <a:t>Critical Thinking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CC92CA1-4ED3-E813-5753-792627F2FF35}"/>
                </a:ext>
              </a:extLst>
            </p:cNvPr>
            <p:cNvSpPr/>
            <p:nvPr/>
          </p:nvSpPr>
          <p:spPr>
            <a:xfrm>
              <a:off x="6178994" y="2988006"/>
              <a:ext cx="640080" cy="640080"/>
            </a:xfrm>
            <a:prstGeom prst="roundRect">
              <a:avLst/>
            </a:prstGeom>
            <a:solidFill>
              <a:srgbClr val="1B51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000" b="1" dirty="0">
                  <a:solidFill>
                    <a:schemeClr val="bg1"/>
                  </a:solidFill>
                </a:rPr>
                <a:t>T</a:t>
              </a:r>
            </a:p>
          </p:txBody>
        </p:sp>
      </p:grpSp>
      <p:sp>
        <p:nvSpPr>
          <p:cNvPr id="18" name="Arrow: Down 17">
            <a:extLst>
              <a:ext uri="{FF2B5EF4-FFF2-40B4-BE49-F238E27FC236}">
                <a16:creationId xmlns:a16="http://schemas.microsoft.com/office/drawing/2014/main" id="{DED098B0-C0BD-BDE6-04FF-2FF41577778C}"/>
              </a:ext>
            </a:extLst>
          </p:cNvPr>
          <p:cNvSpPr/>
          <p:nvPr/>
        </p:nvSpPr>
        <p:spPr>
          <a:xfrm rot="10800000">
            <a:off x="9966898" y="1860463"/>
            <a:ext cx="118740" cy="4297680"/>
          </a:xfrm>
          <a:prstGeom prst="downArrow">
            <a:avLst/>
          </a:prstGeom>
          <a:gradFill>
            <a:gsLst>
              <a:gs pos="0">
                <a:srgbClr val="DDE6F3"/>
              </a:gs>
              <a:gs pos="43000">
                <a:srgbClr val="CAD8EC"/>
              </a:gs>
              <a:gs pos="70000">
                <a:srgbClr val="96B2D9"/>
              </a:gs>
              <a:gs pos="100000">
                <a:srgbClr val="618BC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1FCAEC-C589-529F-5076-1A23B17937D1}"/>
              </a:ext>
            </a:extLst>
          </p:cNvPr>
          <p:cNvSpPr txBox="1"/>
          <p:nvPr/>
        </p:nvSpPr>
        <p:spPr>
          <a:xfrm>
            <a:off x="10079276" y="5182543"/>
            <a:ext cx="93102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AI use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2DCF7C-CC82-6662-A914-94A432AB41E0}"/>
              </a:ext>
            </a:extLst>
          </p:cNvPr>
          <p:cNvSpPr txBox="1"/>
          <p:nvPr/>
        </p:nvSpPr>
        <p:spPr>
          <a:xfrm>
            <a:off x="10079276" y="4076693"/>
            <a:ext cx="194372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 resistant assignments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8D2A9E-F905-0BC9-EF83-7FE1809EF8C2}"/>
              </a:ext>
            </a:extLst>
          </p:cNvPr>
          <p:cNvSpPr txBox="1"/>
          <p:nvPr/>
        </p:nvSpPr>
        <p:spPr>
          <a:xfrm>
            <a:off x="10079276" y="2991456"/>
            <a:ext cx="185706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Structured AI use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ADF08F-840A-6357-E3DD-BA8D878E1112}"/>
              </a:ext>
            </a:extLst>
          </p:cNvPr>
          <p:cNvSpPr txBox="1"/>
          <p:nvPr/>
        </p:nvSpPr>
        <p:spPr>
          <a:xfrm>
            <a:off x="10079276" y="1904657"/>
            <a:ext cx="118036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 AI use</a:t>
            </a:r>
            <a:endParaRPr lang="en-US" sz="25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482181-9A51-79A3-A874-E107D3F2F270}"/>
              </a:ext>
            </a:extLst>
          </p:cNvPr>
          <p:cNvSpPr txBox="1"/>
          <p:nvPr/>
        </p:nvSpPr>
        <p:spPr>
          <a:xfrm>
            <a:off x="9264652" y="6308209"/>
            <a:ext cx="263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Elshall and Badir (2025)</a:t>
            </a:r>
          </a:p>
        </p:txBody>
      </p:sp>
    </p:spTree>
    <p:extLst>
      <p:ext uri="{BB962C8B-B14F-4D97-AF65-F5344CB8AC3E}">
        <p14:creationId xmlns:p14="http://schemas.microsoft.com/office/powerpoint/2010/main" val="3558209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0" grpId="0"/>
      <p:bldP spid="21" grpId="0"/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3DC51-7555-1BA6-989C-F3F84470B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BC4ED-69B1-6968-A3EE-96A19C9C8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/>
              <a:t>AI upgrade led to improved applied performance without causing foundational knowledge to erode</a:t>
            </a:r>
          </a:p>
        </p:txBody>
      </p:sp>
      <p:pic>
        <p:nvPicPr>
          <p:cNvPr id="3" name="Picture 2" descr="A graph of a graph with numbers and a diagram&#10;&#10;AI-generated content may be incorrect.">
            <a:extLst>
              <a:ext uri="{FF2B5EF4-FFF2-40B4-BE49-F238E27FC236}">
                <a16:creationId xmlns:a16="http://schemas.microsoft.com/office/drawing/2014/main" id="{63CF488B-D70A-67A1-793E-6B345AFEB3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348" y="1811020"/>
            <a:ext cx="6415056" cy="484632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0747462-CC45-07DF-3AEF-85B471E70017}"/>
              </a:ext>
            </a:extLst>
          </p:cNvPr>
          <p:cNvSpPr txBox="1"/>
          <p:nvPr/>
        </p:nvSpPr>
        <p:spPr>
          <a:xfrm>
            <a:off x="9264652" y="6308209"/>
            <a:ext cx="263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Elshall et al. In Review </a:t>
            </a:r>
          </a:p>
        </p:txBody>
      </p:sp>
    </p:spTree>
    <p:extLst>
      <p:ext uri="{BB962C8B-B14F-4D97-AF65-F5344CB8AC3E}">
        <p14:creationId xmlns:p14="http://schemas.microsoft.com/office/powerpoint/2010/main" val="1462818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7EF2D-8CF6-A354-A6A7-98FBF53E0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AI upgrade shifted help seeking from peer-dependent to autonomous and empowered students</a:t>
            </a:r>
          </a:p>
        </p:txBody>
      </p:sp>
      <p:pic>
        <p:nvPicPr>
          <p:cNvPr id="4" name="Picture 3" descr="A diagram of a positive and negative&#10;&#10;AI-generated content may be incorrect.">
            <a:extLst>
              <a:ext uri="{FF2B5EF4-FFF2-40B4-BE49-F238E27FC236}">
                <a16:creationId xmlns:a16="http://schemas.microsoft.com/office/drawing/2014/main" id="{ECF6F755-4D24-EC0F-9E4A-D6C588822F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572" y="1546860"/>
            <a:ext cx="6565656" cy="5303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C766CF-C494-29FC-92B9-F4EEC8C37759}"/>
              </a:ext>
            </a:extLst>
          </p:cNvPr>
          <p:cNvSpPr txBox="1"/>
          <p:nvPr/>
        </p:nvSpPr>
        <p:spPr>
          <a:xfrm>
            <a:off x="9264652" y="6308209"/>
            <a:ext cx="263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Elshall et al. In Review </a:t>
            </a:r>
          </a:p>
        </p:txBody>
      </p:sp>
    </p:spTree>
    <p:extLst>
      <p:ext uri="{BB962C8B-B14F-4D97-AF65-F5344CB8AC3E}">
        <p14:creationId xmlns:p14="http://schemas.microsoft.com/office/powerpoint/2010/main" val="3904694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4AF3B-4CC5-2CD2-1EBD-ACF3CB4D8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AI upgrades will improve learning when paired with effective pedagogical design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B164A-9EC2-71B8-218D-BD62F285E8A5}"/>
              </a:ext>
            </a:extLst>
          </p:cNvPr>
          <p:cNvGrpSpPr/>
          <p:nvPr/>
        </p:nvGrpSpPr>
        <p:grpSpPr>
          <a:xfrm>
            <a:off x="6191763" y="2087122"/>
            <a:ext cx="1885950" cy="1710046"/>
            <a:chOff x="815975" y="2029862"/>
            <a:chExt cx="1885950" cy="1710046"/>
          </a:xfrm>
        </p:grpSpPr>
        <p:grpSp>
          <p:nvGrpSpPr>
            <p:cNvPr id="41" name="Content Placeholder 4" descr="Bar graph with upward trend outline">
              <a:extLst>
                <a:ext uri="{FF2B5EF4-FFF2-40B4-BE49-F238E27FC236}">
                  <a16:creationId xmlns:a16="http://schemas.microsoft.com/office/drawing/2014/main" id="{BB9CDE94-C3C1-CF3E-D766-C6074678175A}"/>
                </a:ext>
              </a:extLst>
            </p:cNvPr>
            <p:cNvGrpSpPr/>
            <p:nvPr/>
          </p:nvGrpSpPr>
          <p:grpSpPr>
            <a:xfrm>
              <a:off x="1435100" y="2029862"/>
              <a:ext cx="647700" cy="647700"/>
              <a:chOff x="1435100" y="2150512"/>
              <a:chExt cx="647700" cy="647700"/>
            </a:xfrm>
            <a:solidFill>
              <a:srgbClr val="FFC000"/>
            </a:solidFill>
          </p:grpSpPr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5CFD64F9-225C-832F-7D22-0F3705CF2BF5}"/>
                  </a:ext>
                </a:extLst>
              </p:cNvPr>
              <p:cNvSpPr/>
              <p:nvPr/>
            </p:nvSpPr>
            <p:spPr>
              <a:xfrm>
                <a:off x="1435100" y="2150512"/>
                <a:ext cx="647414" cy="647700"/>
              </a:xfrm>
              <a:custGeom>
                <a:avLst/>
                <a:gdLst>
                  <a:gd name="connsiteX0" fmla="*/ 647414 w 647414"/>
                  <a:gd name="connsiteY0" fmla="*/ 628650 h 647700"/>
                  <a:gd name="connsiteX1" fmla="*/ 19050 w 647414"/>
                  <a:gd name="connsiteY1" fmla="*/ 628650 h 647700"/>
                  <a:gd name="connsiteX2" fmla="*/ 19050 w 647414"/>
                  <a:gd name="connsiteY2" fmla="*/ 0 h 647700"/>
                  <a:gd name="connsiteX3" fmla="*/ 0 w 647414"/>
                  <a:gd name="connsiteY3" fmla="*/ 0 h 647700"/>
                  <a:gd name="connsiteX4" fmla="*/ 0 w 647414"/>
                  <a:gd name="connsiteY4" fmla="*/ 647700 h 647700"/>
                  <a:gd name="connsiteX5" fmla="*/ 647414 w 647414"/>
                  <a:gd name="connsiteY5" fmla="*/ 647700 h 647700"/>
                  <a:gd name="connsiteX6" fmla="*/ 647414 w 647414"/>
                  <a:gd name="connsiteY6" fmla="*/ 628650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7414" h="647700">
                    <a:moveTo>
                      <a:pt x="647414" y="628650"/>
                    </a:moveTo>
                    <a:lnTo>
                      <a:pt x="19050" y="628650"/>
                    </a:lnTo>
                    <a:lnTo>
                      <a:pt x="19050" y="0"/>
                    </a:lnTo>
                    <a:lnTo>
                      <a:pt x="0" y="0"/>
                    </a:lnTo>
                    <a:lnTo>
                      <a:pt x="0" y="647700"/>
                    </a:lnTo>
                    <a:lnTo>
                      <a:pt x="647414" y="647700"/>
                    </a:lnTo>
                    <a:lnTo>
                      <a:pt x="647414" y="628650"/>
                    </a:lnTo>
                    <a:close/>
                  </a:path>
                </a:pathLst>
              </a:custGeom>
              <a:grpFill/>
              <a:ln w="9525" cap="flat">
                <a:solidFill>
                  <a:srgbClr val="FFC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rgbClr val="FFC000"/>
                  </a:solidFill>
                </a:endParaRPr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90978260-FD30-0A6C-3FAB-466A7D088512}"/>
                  </a:ext>
                </a:extLst>
              </p:cNvPr>
              <p:cNvSpPr/>
              <p:nvPr/>
            </p:nvSpPr>
            <p:spPr>
              <a:xfrm>
                <a:off x="1930400" y="2150512"/>
                <a:ext cx="152400" cy="571500"/>
              </a:xfrm>
              <a:custGeom>
                <a:avLst/>
                <a:gdLst>
                  <a:gd name="connsiteX0" fmla="*/ 152400 w 152400"/>
                  <a:gd name="connsiteY0" fmla="*/ 0 h 571500"/>
                  <a:gd name="connsiteX1" fmla="*/ 0 w 152400"/>
                  <a:gd name="connsiteY1" fmla="*/ 0 h 571500"/>
                  <a:gd name="connsiteX2" fmla="*/ 0 w 152400"/>
                  <a:gd name="connsiteY2" fmla="*/ 571500 h 571500"/>
                  <a:gd name="connsiteX3" fmla="*/ 152400 w 152400"/>
                  <a:gd name="connsiteY3" fmla="*/ 571500 h 571500"/>
                  <a:gd name="connsiteX4" fmla="*/ 133350 w 152400"/>
                  <a:gd name="connsiteY4" fmla="*/ 552450 h 571500"/>
                  <a:gd name="connsiteX5" fmla="*/ 19050 w 152400"/>
                  <a:gd name="connsiteY5" fmla="*/ 552450 h 571500"/>
                  <a:gd name="connsiteX6" fmla="*/ 19050 w 152400"/>
                  <a:gd name="connsiteY6" fmla="*/ 19050 h 571500"/>
                  <a:gd name="connsiteX7" fmla="*/ 133350 w 152400"/>
                  <a:gd name="connsiteY7" fmla="*/ 19050 h 57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400" h="571500">
                    <a:moveTo>
                      <a:pt x="152400" y="0"/>
                    </a:moveTo>
                    <a:lnTo>
                      <a:pt x="0" y="0"/>
                    </a:lnTo>
                    <a:lnTo>
                      <a:pt x="0" y="571500"/>
                    </a:lnTo>
                    <a:lnTo>
                      <a:pt x="152400" y="571500"/>
                    </a:lnTo>
                    <a:close/>
                    <a:moveTo>
                      <a:pt x="133350" y="552450"/>
                    </a:moveTo>
                    <a:lnTo>
                      <a:pt x="19050" y="552450"/>
                    </a:lnTo>
                    <a:lnTo>
                      <a:pt x="19050" y="19050"/>
                    </a:lnTo>
                    <a:lnTo>
                      <a:pt x="133350" y="19050"/>
                    </a:lnTo>
                    <a:close/>
                  </a:path>
                </a:pathLst>
              </a:custGeom>
              <a:grpFill/>
              <a:ln w="9525" cap="flat">
                <a:solidFill>
                  <a:srgbClr val="FFC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18834A6B-2E41-D57D-F4FF-1BC82F144379}"/>
                  </a:ext>
                </a:extLst>
              </p:cNvPr>
              <p:cNvSpPr/>
              <p:nvPr/>
            </p:nvSpPr>
            <p:spPr>
              <a:xfrm>
                <a:off x="1720850" y="2360062"/>
                <a:ext cx="152400" cy="361950"/>
              </a:xfrm>
              <a:custGeom>
                <a:avLst/>
                <a:gdLst>
                  <a:gd name="connsiteX0" fmla="*/ 0 w 152400"/>
                  <a:gd name="connsiteY0" fmla="*/ 361950 h 361950"/>
                  <a:gd name="connsiteX1" fmla="*/ 152400 w 152400"/>
                  <a:gd name="connsiteY1" fmla="*/ 361950 h 361950"/>
                  <a:gd name="connsiteX2" fmla="*/ 152400 w 152400"/>
                  <a:gd name="connsiteY2" fmla="*/ 0 h 361950"/>
                  <a:gd name="connsiteX3" fmla="*/ 0 w 152400"/>
                  <a:gd name="connsiteY3" fmla="*/ 0 h 361950"/>
                  <a:gd name="connsiteX4" fmla="*/ 19050 w 152400"/>
                  <a:gd name="connsiteY4" fmla="*/ 19050 h 361950"/>
                  <a:gd name="connsiteX5" fmla="*/ 133350 w 152400"/>
                  <a:gd name="connsiteY5" fmla="*/ 19050 h 361950"/>
                  <a:gd name="connsiteX6" fmla="*/ 133350 w 152400"/>
                  <a:gd name="connsiteY6" fmla="*/ 342900 h 361950"/>
                  <a:gd name="connsiteX7" fmla="*/ 19050 w 152400"/>
                  <a:gd name="connsiteY7" fmla="*/ 342900 h 36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400" h="361950">
                    <a:moveTo>
                      <a:pt x="0" y="361950"/>
                    </a:moveTo>
                    <a:lnTo>
                      <a:pt x="152400" y="361950"/>
                    </a:lnTo>
                    <a:lnTo>
                      <a:pt x="152400" y="0"/>
                    </a:lnTo>
                    <a:lnTo>
                      <a:pt x="0" y="0"/>
                    </a:lnTo>
                    <a:close/>
                    <a:moveTo>
                      <a:pt x="19050" y="19050"/>
                    </a:moveTo>
                    <a:lnTo>
                      <a:pt x="133350" y="19050"/>
                    </a:lnTo>
                    <a:lnTo>
                      <a:pt x="133350" y="342900"/>
                    </a:lnTo>
                    <a:lnTo>
                      <a:pt x="19050" y="342900"/>
                    </a:lnTo>
                    <a:close/>
                  </a:path>
                </a:pathLst>
              </a:custGeom>
              <a:grpFill/>
              <a:ln w="9525" cap="flat">
                <a:solidFill>
                  <a:srgbClr val="FFC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C416C1C4-20C6-CC47-8349-1B8F7AEF59C2}"/>
                  </a:ext>
                </a:extLst>
              </p:cNvPr>
              <p:cNvSpPr/>
              <p:nvPr/>
            </p:nvSpPr>
            <p:spPr>
              <a:xfrm>
                <a:off x="1511300" y="2531512"/>
                <a:ext cx="152400" cy="190500"/>
              </a:xfrm>
              <a:custGeom>
                <a:avLst/>
                <a:gdLst>
                  <a:gd name="connsiteX0" fmla="*/ 0 w 152400"/>
                  <a:gd name="connsiteY0" fmla="*/ 190500 h 190500"/>
                  <a:gd name="connsiteX1" fmla="*/ 152400 w 152400"/>
                  <a:gd name="connsiteY1" fmla="*/ 190500 h 190500"/>
                  <a:gd name="connsiteX2" fmla="*/ 152400 w 152400"/>
                  <a:gd name="connsiteY2" fmla="*/ 0 h 190500"/>
                  <a:gd name="connsiteX3" fmla="*/ 0 w 152400"/>
                  <a:gd name="connsiteY3" fmla="*/ 0 h 190500"/>
                  <a:gd name="connsiteX4" fmla="*/ 19050 w 152400"/>
                  <a:gd name="connsiteY4" fmla="*/ 19050 h 190500"/>
                  <a:gd name="connsiteX5" fmla="*/ 133350 w 152400"/>
                  <a:gd name="connsiteY5" fmla="*/ 19050 h 190500"/>
                  <a:gd name="connsiteX6" fmla="*/ 133350 w 152400"/>
                  <a:gd name="connsiteY6" fmla="*/ 171450 h 190500"/>
                  <a:gd name="connsiteX7" fmla="*/ 19050 w 152400"/>
                  <a:gd name="connsiteY7" fmla="*/ 171450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400" h="190500">
                    <a:moveTo>
                      <a:pt x="0" y="190500"/>
                    </a:moveTo>
                    <a:lnTo>
                      <a:pt x="152400" y="190500"/>
                    </a:lnTo>
                    <a:lnTo>
                      <a:pt x="152400" y="0"/>
                    </a:lnTo>
                    <a:lnTo>
                      <a:pt x="0" y="0"/>
                    </a:lnTo>
                    <a:close/>
                    <a:moveTo>
                      <a:pt x="19050" y="19050"/>
                    </a:moveTo>
                    <a:lnTo>
                      <a:pt x="133350" y="19050"/>
                    </a:lnTo>
                    <a:lnTo>
                      <a:pt x="133350" y="171450"/>
                    </a:lnTo>
                    <a:lnTo>
                      <a:pt x="19050" y="171450"/>
                    </a:lnTo>
                    <a:close/>
                  </a:path>
                </a:pathLst>
              </a:custGeom>
              <a:grpFill/>
              <a:ln w="9525" cap="flat">
                <a:solidFill>
                  <a:srgbClr val="FFC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D71DC435-7D8B-3265-90D6-56DB311D4400}"/>
                  </a:ext>
                </a:extLst>
              </p:cNvPr>
              <p:cNvSpPr/>
              <p:nvPr/>
            </p:nvSpPr>
            <p:spPr>
              <a:xfrm>
                <a:off x="1504565" y="2150512"/>
                <a:ext cx="311562" cy="311534"/>
              </a:xfrm>
              <a:custGeom>
                <a:avLst/>
                <a:gdLst>
                  <a:gd name="connsiteX0" fmla="*/ 13468 w 311562"/>
                  <a:gd name="connsiteY0" fmla="*/ 311534 h 311534"/>
                  <a:gd name="connsiteX1" fmla="*/ 292351 w 311562"/>
                  <a:gd name="connsiteY1" fmla="*/ 32652 h 311534"/>
                  <a:gd name="connsiteX2" fmla="*/ 292485 w 311562"/>
                  <a:gd name="connsiteY2" fmla="*/ 32653 h 311534"/>
                  <a:gd name="connsiteX3" fmla="*/ 292513 w 311562"/>
                  <a:gd name="connsiteY3" fmla="*/ 32718 h 311534"/>
                  <a:gd name="connsiteX4" fmla="*/ 292513 w 311562"/>
                  <a:gd name="connsiteY4" fmla="*/ 123825 h 311534"/>
                  <a:gd name="connsiteX5" fmla="*/ 311563 w 311562"/>
                  <a:gd name="connsiteY5" fmla="*/ 123825 h 311534"/>
                  <a:gd name="connsiteX6" fmla="*/ 311563 w 311562"/>
                  <a:gd name="connsiteY6" fmla="*/ 0 h 311534"/>
                  <a:gd name="connsiteX7" fmla="*/ 187995 w 311562"/>
                  <a:gd name="connsiteY7" fmla="*/ 0 h 311534"/>
                  <a:gd name="connsiteX8" fmla="*/ 187995 w 311562"/>
                  <a:gd name="connsiteY8" fmla="*/ 19050 h 311534"/>
                  <a:gd name="connsiteX9" fmla="*/ 278787 w 311562"/>
                  <a:gd name="connsiteY9" fmla="*/ 19050 h 311534"/>
                  <a:gd name="connsiteX10" fmla="*/ 278882 w 311562"/>
                  <a:gd name="connsiteY10" fmla="*/ 19146 h 311534"/>
                  <a:gd name="connsiteX11" fmla="*/ 278854 w 311562"/>
                  <a:gd name="connsiteY11" fmla="*/ 19212 h 311534"/>
                  <a:gd name="connsiteX12" fmla="*/ 0 w 311562"/>
                  <a:gd name="connsiteY12" fmla="*/ 298066 h 31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1562" h="311534">
                    <a:moveTo>
                      <a:pt x="13468" y="311534"/>
                    </a:moveTo>
                    <a:lnTo>
                      <a:pt x="292351" y="32652"/>
                    </a:lnTo>
                    <a:cubicBezTo>
                      <a:pt x="292388" y="32615"/>
                      <a:pt x="292449" y="32616"/>
                      <a:pt x="292485" y="32653"/>
                    </a:cubicBezTo>
                    <a:cubicBezTo>
                      <a:pt x="292502" y="32671"/>
                      <a:pt x="292513" y="32694"/>
                      <a:pt x="292513" y="32718"/>
                    </a:cubicBezTo>
                    <a:lnTo>
                      <a:pt x="292513" y="123825"/>
                    </a:lnTo>
                    <a:lnTo>
                      <a:pt x="311563" y="123825"/>
                    </a:lnTo>
                    <a:lnTo>
                      <a:pt x="311563" y="0"/>
                    </a:lnTo>
                    <a:lnTo>
                      <a:pt x="187995" y="0"/>
                    </a:lnTo>
                    <a:lnTo>
                      <a:pt x="187995" y="19050"/>
                    </a:lnTo>
                    <a:lnTo>
                      <a:pt x="278787" y="19050"/>
                    </a:lnTo>
                    <a:cubicBezTo>
                      <a:pt x="278840" y="19051"/>
                      <a:pt x="278882" y="19094"/>
                      <a:pt x="278882" y="19146"/>
                    </a:cubicBezTo>
                    <a:cubicBezTo>
                      <a:pt x="278881" y="19171"/>
                      <a:pt x="278871" y="19195"/>
                      <a:pt x="278854" y="19212"/>
                    </a:cubicBezTo>
                    <a:lnTo>
                      <a:pt x="0" y="298066"/>
                    </a:lnTo>
                    <a:close/>
                  </a:path>
                </a:pathLst>
              </a:custGeom>
              <a:grpFill/>
              <a:ln w="9525" cap="flat">
                <a:solidFill>
                  <a:srgbClr val="FFC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DBDDDB1-C421-1336-9403-141E34B04E23}"/>
                </a:ext>
              </a:extLst>
            </p:cNvPr>
            <p:cNvSpPr txBox="1"/>
            <p:nvPr/>
          </p:nvSpPr>
          <p:spPr>
            <a:xfrm>
              <a:off x="815975" y="2878134"/>
              <a:ext cx="1885950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500" dirty="0">
                  <a:solidFill>
                    <a:srgbClr val="0070C0"/>
                  </a:solidFill>
                </a:rPr>
                <a:t>Scaffolded AI Use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16DE4B1-D66B-3293-FADA-A643B2026CA9}"/>
              </a:ext>
            </a:extLst>
          </p:cNvPr>
          <p:cNvGrpSpPr/>
          <p:nvPr/>
        </p:nvGrpSpPr>
        <p:grpSpPr>
          <a:xfrm>
            <a:off x="2914871" y="1920224"/>
            <a:ext cx="2815682" cy="2255835"/>
            <a:chOff x="2911921" y="2007637"/>
            <a:chExt cx="2815682" cy="2255835"/>
          </a:xfrm>
        </p:grpSpPr>
        <p:pic>
          <p:nvPicPr>
            <p:cNvPr id="7" name="Graphic 6" descr="Ui Ux outline">
              <a:extLst>
                <a:ext uri="{FF2B5EF4-FFF2-40B4-BE49-F238E27FC236}">
                  <a16:creationId xmlns:a16="http://schemas.microsoft.com/office/drawing/2014/main" id="{0826136A-22E4-FD33-061B-851916445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48452" y="2007637"/>
              <a:ext cx="914400" cy="9144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4E2C28B-CEF5-081B-ACC0-A6D22FC6EBDA}"/>
                </a:ext>
              </a:extLst>
            </p:cNvPr>
            <p:cNvSpPr txBox="1"/>
            <p:nvPr/>
          </p:nvSpPr>
          <p:spPr>
            <a:xfrm>
              <a:off x="2911921" y="3016977"/>
              <a:ext cx="2815682" cy="12464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500" dirty="0">
                  <a:solidFill>
                    <a:srgbClr val="0070C0"/>
                  </a:solidFill>
                </a:rPr>
                <a:t>Hybrid Assessment Design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1CA9EFE-0229-0E55-93B1-62D7652DF42F}"/>
              </a:ext>
            </a:extLst>
          </p:cNvPr>
          <p:cNvGrpSpPr/>
          <p:nvPr/>
        </p:nvGrpSpPr>
        <p:grpSpPr>
          <a:xfrm>
            <a:off x="5600155" y="4119192"/>
            <a:ext cx="2765923" cy="2307340"/>
            <a:chOff x="5909380" y="2007637"/>
            <a:chExt cx="2765923" cy="230734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D0C9235-8B01-4AE6-2211-4292740DDC59}"/>
                </a:ext>
              </a:extLst>
            </p:cNvPr>
            <p:cNvSpPr txBox="1"/>
            <p:nvPr/>
          </p:nvSpPr>
          <p:spPr>
            <a:xfrm>
              <a:off x="5909380" y="3068482"/>
              <a:ext cx="2765923" cy="12464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500" dirty="0">
                  <a:solidFill>
                    <a:srgbClr val="0070C0"/>
                  </a:solidFill>
                </a:rPr>
                <a:t>Mandated Instructor Checkpoints</a:t>
              </a:r>
            </a:p>
          </p:txBody>
        </p:sp>
        <p:pic>
          <p:nvPicPr>
            <p:cNvPr id="29" name="Graphic 28" descr="Clipboard Checked outline">
              <a:extLst>
                <a:ext uri="{FF2B5EF4-FFF2-40B4-BE49-F238E27FC236}">
                  <a16:creationId xmlns:a16="http://schemas.microsoft.com/office/drawing/2014/main" id="{5EB92E33-B647-0897-3AED-00876433B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986763" y="2007637"/>
              <a:ext cx="914400" cy="914400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3140F2F-BBF9-CD14-C08F-854DB2C4E4AE}"/>
              </a:ext>
            </a:extLst>
          </p:cNvPr>
          <p:cNvGrpSpPr/>
          <p:nvPr/>
        </p:nvGrpSpPr>
        <p:grpSpPr>
          <a:xfrm>
            <a:off x="635027" y="1955270"/>
            <a:ext cx="2362200" cy="1817499"/>
            <a:chOff x="9048750" y="2007637"/>
            <a:chExt cx="2362200" cy="1817499"/>
          </a:xfrm>
        </p:grpSpPr>
        <p:pic>
          <p:nvPicPr>
            <p:cNvPr id="13" name="Graphic 12" descr="Sun outline">
              <a:extLst>
                <a:ext uri="{FF2B5EF4-FFF2-40B4-BE49-F238E27FC236}">
                  <a16:creationId xmlns:a16="http://schemas.microsoft.com/office/drawing/2014/main" id="{7CC1F627-141E-BA0F-9813-5E8823CA9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772650" y="2007637"/>
              <a:ext cx="914400" cy="91440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4C27A94-37BA-1175-4316-C54569E656AC}"/>
                </a:ext>
              </a:extLst>
            </p:cNvPr>
            <p:cNvSpPr txBox="1"/>
            <p:nvPr/>
          </p:nvSpPr>
          <p:spPr>
            <a:xfrm>
              <a:off x="9048750" y="2963362"/>
              <a:ext cx="2362200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500" dirty="0">
                  <a:solidFill>
                    <a:srgbClr val="0070C0"/>
                  </a:solidFill>
                </a:rPr>
                <a:t>Process Transparency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1AA17B8-A607-30B5-24A6-A1C87F3877CD}"/>
              </a:ext>
            </a:extLst>
          </p:cNvPr>
          <p:cNvGrpSpPr/>
          <p:nvPr/>
        </p:nvGrpSpPr>
        <p:grpSpPr>
          <a:xfrm>
            <a:off x="755678" y="4250752"/>
            <a:ext cx="2167276" cy="2117012"/>
            <a:chOff x="755678" y="4076134"/>
            <a:chExt cx="2167276" cy="2117012"/>
          </a:xfrm>
        </p:grpSpPr>
        <p:pic>
          <p:nvPicPr>
            <p:cNvPr id="15" name="Graphic 14" descr="Good Idea outline">
              <a:extLst>
                <a:ext uri="{FF2B5EF4-FFF2-40B4-BE49-F238E27FC236}">
                  <a16:creationId xmlns:a16="http://schemas.microsoft.com/office/drawing/2014/main" id="{1FC8ACC1-F4E3-5BBF-0195-EE0CAD199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358927" y="4076134"/>
              <a:ext cx="914400" cy="914400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2743C8F-7285-D1E7-21C8-04E9AA2099AD}"/>
                </a:ext>
              </a:extLst>
            </p:cNvPr>
            <p:cNvSpPr txBox="1"/>
            <p:nvPr/>
          </p:nvSpPr>
          <p:spPr>
            <a:xfrm>
              <a:off x="755678" y="4946651"/>
              <a:ext cx="2167276" cy="12464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500" dirty="0">
                  <a:solidFill>
                    <a:srgbClr val="0070C0"/>
                  </a:solidFill>
                </a:rPr>
                <a:t>Instructor Metacognitive Modeling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BD82ED4-0754-C3B0-7EF4-22E97A9B67C0}"/>
              </a:ext>
            </a:extLst>
          </p:cNvPr>
          <p:cNvGrpSpPr/>
          <p:nvPr/>
        </p:nvGrpSpPr>
        <p:grpSpPr>
          <a:xfrm>
            <a:off x="3177917" y="4250753"/>
            <a:ext cx="2167275" cy="2117011"/>
            <a:chOff x="3177917" y="4076134"/>
            <a:chExt cx="2167275" cy="2117011"/>
          </a:xfrm>
        </p:grpSpPr>
        <p:pic>
          <p:nvPicPr>
            <p:cNvPr id="17" name="Graphic 16" descr="Reflection outline">
              <a:extLst>
                <a:ext uri="{FF2B5EF4-FFF2-40B4-BE49-F238E27FC236}">
                  <a16:creationId xmlns:a16="http://schemas.microsoft.com/office/drawing/2014/main" id="{8BE86A26-A5C1-C7AA-074C-2B841FED7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804355" y="4076134"/>
              <a:ext cx="914400" cy="914400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B3E2D20-C222-588E-67EC-2D7CE513A441}"/>
                </a:ext>
              </a:extLst>
            </p:cNvPr>
            <p:cNvSpPr txBox="1"/>
            <p:nvPr/>
          </p:nvSpPr>
          <p:spPr>
            <a:xfrm>
              <a:off x="3177917" y="4946650"/>
              <a:ext cx="2167275" cy="12464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500" dirty="0">
                  <a:solidFill>
                    <a:srgbClr val="0070C0"/>
                  </a:solidFill>
                </a:rPr>
                <a:t>Student Metacognitive Reflection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C5E0451-400A-1AA1-30E0-62683F6D5D55}"/>
              </a:ext>
            </a:extLst>
          </p:cNvPr>
          <p:cNvGrpSpPr/>
          <p:nvPr/>
        </p:nvGrpSpPr>
        <p:grpSpPr>
          <a:xfrm>
            <a:off x="8924283" y="4250753"/>
            <a:ext cx="2352648" cy="1744912"/>
            <a:chOff x="5986369" y="4076134"/>
            <a:chExt cx="2352648" cy="1744912"/>
          </a:xfrm>
        </p:grpSpPr>
        <p:pic>
          <p:nvPicPr>
            <p:cNvPr id="19" name="Graphic 18" descr="Security camera outline">
              <a:extLst>
                <a:ext uri="{FF2B5EF4-FFF2-40B4-BE49-F238E27FC236}">
                  <a16:creationId xmlns:a16="http://schemas.microsoft.com/office/drawing/2014/main" id="{45109756-23D1-657F-5568-FBAA39FEA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688504" y="4076134"/>
              <a:ext cx="914400" cy="91440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FE92D5D-4F37-9934-76CA-EC503BE7956B}"/>
                </a:ext>
              </a:extLst>
            </p:cNvPr>
            <p:cNvSpPr txBox="1"/>
            <p:nvPr/>
          </p:nvSpPr>
          <p:spPr>
            <a:xfrm>
              <a:off x="5986369" y="4959272"/>
              <a:ext cx="2352648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 sz="2500">
                  <a:solidFill>
                    <a:srgbClr val="617491"/>
                  </a:solidFill>
                </a:defRPr>
              </a:lvl1pPr>
            </a:lstStyle>
            <a:p>
              <a:r>
                <a:rPr lang="en-US" dirty="0">
                  <a:solidFill>
                    <a:srgbClr val="0070C0"/>
                  </a:solidFill>
                </a:rPr>
                <a:t>Early Warning System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164CBD0C-B241-7AC7-5AE7-F000AB467082}"/>
              </a:ext>
            </a:extLst>
          </p:cNvPr>
          <p:cNvSpPr txBox="1"/>
          <p:nvPr/>
        </p:nvSpPr>
        <p:spPr>
          <a:xfrm>
            <a:off x="9176456" y="6308209"/>
            <a:ext cx="263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Elshall et al. In Review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ADDBA-8B5F-D95B-3731-032D6121D4C4}"/>
              </a:ext>
            </a:extLst>
          </p:cNvPr>
          <p:cNvGrpSpPr/>
          <p:nvPr/>
        </p:nvGrpSpPr>
        <p:grpSpPr>
          <a:xfrm>
            <a:off x="8719257" y="1909267"/>
            <a:ext cx="2634543" cy="1849388"/>
            <a:chOff x="8878050" y="4152350"/>
            <a:chExt cx="2634543" cy="184938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9446087-A299-621B-428F-FBCDD2154E53}"/>
                </a:ext>
              </a:extLst>
            </p:cNvPr>
            <p:cNvSpPr txBox="1"/>
            <p:nvPr/>
          </p:nvSpPr>
          <p:spPr>
            <a:xfrm>
              <a:off x="8878050" y="5139964"/>
              <a:ext cx="2634543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 sz="2500">
                  <a:solidFill>
                    <a:srgbClr val="617491"/>
                  </a:solidFill>
                </a:defRPr>
              </a:lvl1pPr>
            </a:lstStyle>
            <a:p>
              <a:r>
                <a:rPr lang="en-US" dirty="0">
                  <a:solidFill>
                    <a:srgbClr val="0070C0"/>
                  </a:solidFill>
                </a:rPr>
                <a:t>Active Instructor Mentoring</a:t>
              </a:r>
            </a:p>
          </p:txBody>
        </p:sp>
        <p:pic>
          <p:nvPicPr>
            <p:cNvPr id="8" name="Graphic 7" descr="Cheers outline">
              <a:extLst>
                <a:ext uri="{FF2B5EF4-FFF2-40B4-BE49-F238E27FC236}">
                  <a16:creationId xmlns:a16="http://schemas.microsoft.com/office/drawing/2014/main" id="{CAF2EA65-6458-BA7E-6B5B-4ACE862C2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738121" y="4152350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4207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879D7B-9529-7BAE-6CFC-0AAE780CC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540" y="1940759"/>
            <a:ext cx="6410920" cy="43400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62E42C-C891-5CF8-2B56-311717C36009}"/>
              </a:ext>
            </a:extLst>
          </p:cNvPr>
          <p:cNvSpPr txBox="1"/>
          <p:nvPr/>
        </p:nvSpPr>
        <p:spPr>
          <a:xfrm>
            <a:off x="323849" y="253302"/>
            <a:ext cx="11534775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dirty="0"/>
              <a:t>Is summary, matching AI affordances with task authenticity, pedagogical goals, and learner regulatory needs influences help-seeking behaviors and can improve learning outcomes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106DE6-BC5F-F347-6FD8-7737ACD67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9968" y="5306439"/>
            <a:ext cx="1439606" cy="14316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B23343-F472-AE8C-970A-9CC939732772}"/>
              </a:ext>
            </a:extLst>
          </p:cNvPr>
          <p:cNvSpPr txBox="1"/>
          <p:nvPr/>
        </p:nvSpPr>
        <p:spPr>
          <a:xfrm>
            <a:off x="4560099" y="6300553"/>
            <a:ext cx="3043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411744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7a5a4ef-4ffa-4c80-bfb3-c12e28872099}" enabled="0" method="" siteId="{f7a5a4ef-4ffa-4c80-bfb3-c12e2887209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619</TotalTime>
  <Words>290</Words>
  <Application>Microsoft Office PowerPoint</Application>
  <PresentationFormat>Widescreen</PresentationFormat>
  <Paragraphs>58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FACT assessment balances AI-assisted learning and traditional assessment </vt:lpstr>
      <vt:lpstr>AI upgrade led to improved applied performance without causing foundational knowledge to erode</vt:lpstr>
      <vt:lpstr>AI upgrade shifted help seeking from peer-dependent to autonomous and empowered students</vt:lpstr>
      <vt:lpstr>AI upgrades will improve learning when paired with effective pedagogical design </vt:lpstr>
      <vt:lpstr>PowerPoint Presentation</vt:lpstr>
    </vt:vector>
  </TitlesOfParts>
  <Company>Florida Gulf Coast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Elshall, Ahmed</dc:creator>
  <cp:lastModifiedBy>Elshall, Ahmed</cp:lastModifiedBy>
  <cp:revision>1</cp:revision>
  <dcterms:created xsi:type="dcterms:W3CDTF">2025-06-15T03:00:56Z</dcterms:created>
  <dcterms:modified xsi:type="dcterms:W3CDTF">2026-03-09T13:25:50Z</dcterms:modified>
</cp:coreProperties>
</file>